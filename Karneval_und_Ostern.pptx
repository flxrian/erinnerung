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1a56fa8d-cd7f-5083-2a26-5595e377e903}">
          <p14:sldIdLst>
            <p14:sldId id="256"/>
            <p14:sldId id="257"/>
          </p14:sldIdLst>
        </p14:section>
        <p14:section name="Karneval" id="{9cdf8a4f-3f71-3fca-4e0d-0e79da77cb0d}">
          <p14:sldIdLst>
            <p14:sldId id="258"/>
            <p14:sldId id="259"/>
            <p14:sldId id="260"/>
          </p14:sldIdLst>
        </p14:section>
        <p14:section name="Fastenzeit" id="{87b5bd54-405f-4eae-b10c-1eaac7a78783}">
          <p14:sldIdLst>
            <p14:sldId id="261"/>
            <p14:sldId id="262"/>
          </p14:sldIdLst>
        </p14:section>
        <p14:section name="Ostern" id="{6837915f-5370-7b7a-685f-fd91b6d4b341}">
          <p14:sldIdLst>
            <p14:sldId id="263"/>
            <p14:sldId id="264"/>
            <p14:sldId id="265"/>
            <p14:sldId id="266"/>
          </p14:sldIdLst>
        </p14:section>
        <p14:section name="Andere Religionen" id="{c9fde6a7-de70-746d-5705-7cac13e29009}">
          <p14:sldIdLst>
            <p14:sldId id="267"/>
            <p14:sldId id="268"/>
            <p14:sldId id="269"/>
          </p14:sldIdLst>
        </p14:section>
        <p14:section name="Abschluss" id="{09559c16-71a0-5fcd-01a9-7b819866e8b6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el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Karneval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Fastenzeit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Ostern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Religionen-image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Agenda-image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Text-und-Bild-image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Bild-und-Text-image-1.pn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Drei-Karten-image-1.pn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Zeitstrahl-4-image-1.png"/><Relationship Id="rId2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Zeitstrahl-5-image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Zwei-Spalten-image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Drei-Stationen-image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Leitfrage-image-1.png"/><Relationship Id="rId2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Nur-Titel-image-1.png"/><Relationship Id="rId2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Abschluss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0350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&amp; Ostern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60350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Untertitel · Name · Datum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Karneva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Fastenzei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Fastenzeit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Oster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66344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tx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tx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Ostern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66344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Religion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Andere Religionen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600200" y="178308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600200" y="288036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2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1600200" y="397764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3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00200" y="507492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4</a:t>
            </a:r>
            <a:endParaRPr lang="en-US" sz="2000" dirty="0"/>
          </a:p>
        </p:txBody>
      </p:sp>
      <p:sp>
        <p:nvSpPr>
          <p:cNvPr id="7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und Bild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600200"/>
            <a:ext cx="566928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1000"/>
              </a:spcAft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Hier deinen Text einfügen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hasCustomPrompt="1"/>
          </p:nvPr>
        </p:nvSpPr>
        <p:spPr>
          <a:xfrm>
            <a:off x="6720840" y="1600200"/>
            <a:ext cx="489204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2"/>
                </a:solidFill>
              </a:rPr>
              <a:t>Bild einfügen</a:t>
            </a:r>
            <a:endParaRPr lang="en-US" dirty="0"/>
          </a:p>
        </p:txBody>
      </p:sp>
      <p:sp>
        <p:nvSpPr>
          <p:cNvPr id="5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ld und Tex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hasCustomPrompt="1"/>
          </p:nvPr>
        </p:nvSpPr>
        <p:spPr>
          <a:xfrm>
            <a:off x="548640" y="1600200"/>
            <a:ext cx="489204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2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943600" y="1600200"/>
            <a:ext cx="566928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1000"/>
              </a:spcAft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Hier deinen Text einfügen</a:t>
            </a:r>
            <a:endParaRPr lang="en-US" sz="1800" dirty="0"/>
          </a:p>
        </p:txBody>
      </p:sp>
      <p:sp>
        <p:nvSpPr>
          <p:cNvPr id="5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rei Kart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154680"/>
            <a:ext cx="2743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1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749040"/>
            <a:ext cx="27432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Kurzer Text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709160" y="3154680"/>
            <a:ext cx="2743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2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709160" y="3749040"/>
            <a:ext cx="27432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Kurzer Text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8503920" y="3154680"/>
            <a:ext cx="2743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3</a:t>
            </a:r>
            <a:endParaRPr lang="en-US" sz="2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8503920" y="3749040"/>
            <a:ext cx="27432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Kurzer Text</a:t>
            </a:r>
            <a:endParaRPr lang="en-US" sz="1600" dirty="0"/>
          </a:p>
        </p:txBody>
      </p:sp>
      <p:sp>
        <p:nvSpPr>
          <p:cNvPr id="9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itstrahl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342442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19048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895654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7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itstrahl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871216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84064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7296912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9509760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8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Spalt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2697480"/>
            <a:ext cx="4709160" cy="2423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Text einfügen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37960" y="2697480"/>
            <a:ext cx="4709160" cy="2423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Text einfügen</a:t>
            </a:r>
            <a:endParaRPr lang="en-US" sz="17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Fazit</a:t>
            </a:r>
            <a:endParaRPr lang="en-US" sz="1800" dirty="0"/>
          </a:p>
        </p:txBody>
      </p:sp>
      <p:sp>
        <p:nvSpPr>
          <p:cNvPr id="6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rei Station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840480"/>
            <a:ext cx="2606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777740" y="3840480"/>
            <a:ext cx="2606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686800" y="3840480"/>
            <a:ext cx="2606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6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itfrag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280160" y="1920240"/>
            <a:ext cx="96012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i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000" i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Frage oder Zitat einfügen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280160" y="4251960"/>
            <a:ext cx="9601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Deine Antwort / dein Fazit</a:t>
            </a: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luss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Danke fürs Zuhören!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03120" y="3566160"/>
            <a:ext cx="79552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Fragen?</a:t>
            </a: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0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0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erzbistum-koeln.de/presse_und_medien/magazin/Karneval-Ursprung-Bedeutung-und-Brauchtum-des-Karnevals/" TargetMode="External"/><Relationship Id="rId4" Type="http://schemas.openxmlformats.org/officeDocument/2006/relationships/hyperlink" Target="https://www.zdfheute.de/wissen/ostern-feiertage-karfreitag-karwoche-palmsonntag-100.html" TargetMode="External"/><Relationship Id="rId6" Type="http://schemas.openxmlformats.org/officeDocument/2006/relationships/hyperlink" Target="https://www.bpb.de/kurz-knapp/taegliche-dosis-politik/559978/ramadan/" TargetMode="External"/><Relationship Id="rId8" Type="http://schemas.openxmlformats.org/officeDocument/2006/relationships/hyperlink" Target="https://www.bpb.de/lernen/angebote/grafstat/projekt-integration/134726/m-06-06-gemeinsam-religioese-feste-feiern/" TargetMode="External"/><Relationship Id="rId1" Type="http://schemas.openxmlformats.org/officeDocument/2006/relationships/image" Target="../media/image-17-1.png"/><Relationship Id="rId3" Type="http://schemas.openxmlformats.org/officeDocument/2006/relationships/image" Target="../media/image-17-2.png"/><Relationship Id="rId5" Type="http://schemas.openxmlformats.org/officeDocument/2006/relationships/image" Target="../media/image-17-3.png"/><Relationship Id="rId7" Type="http://schemas.openxmlformats.org/officeDocument/2006/relationships/image" Target="../media/image-17-4.png"/><Relationship Id="rId9" Type="http://schemas.openxmlformats.org/officeDocument/2006/relationships/slideLayout" Target="../slideLayouts/slideLayout16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1"/>
          <p:cNvSpPr/>
          <p:nvPr/>
        </p:nvSpPr>
        <p:spPr>
          <a:xfrm>
            <a:off x="9686116" y="1052299"/>
            <a:ext cx="181127" cy="181127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90564" h="54338" prst="circle"/>
          </a:sp3d>
        </p:spPr>
      </p:sp>
      <p:sp>
        <p:nvSpPr>
          <p:cNvPr id="3" name="3D-Kugel 2"/>
          <p:cNvSpPr/>
          <p:nvPr/>
        </p:nvSpPr>
        <p:spPr>
          <a:xfrm>
            <a:off x="9189813" y="3399207"/>
            <a:ext cx="136059" cy="13605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8030" h="40818" prst="circle"/>
          </a:sp3d>
        </p:spPr>
      </p:sp>
      <p:sp>
        <p:nvSpPr>
          <p:cNvPr id="4" name="3D-Kugel 3"/>
          <p:cNvSpPr/>
          <p:nvPr/>
        </p:nvSpPr>
        <p:spPr>
          <a:xfrm>
            <a:off x="11148967" y="3914468"/>
            <a:ext cx="105807" cy="105807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2904" h="31742" prst="circle"/>
          </a:sp3d>
        </p:spPr>
      </p:sp>
      <p:sp>
        <p:nvSpPr>
          <p:cNvPr id="5" name="3D-Kugel 4"/>
          <p:cNvSpPr/>
          <p:nvPr/>
        </p:nvSpPr>
        <p:spPr>
          <a:xfrm>
            <a:off x="8476837" y="5021964"/>
            <a:ext cx="166571" cy="16657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286" h="49971" prst="circle"/>
          </a:sp3d>
        </p:spPr>
      </p:sp>
      <p:sp>
        <p:nvSpPr>
          <p:cNvPr id="6" name="3D-Kugel 5"/>
          <p:cNvSpPr/>
          <p:nvPr/>
        </p:nvSpPr>
        <p:spPr>
          <a:xfrm>
            <a:off x="7557682" y="3314594"/>
            <a:ext cx="211673" cy="211673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05837" h="63502" prst="circle"/>
          </a:sp3d>
        </p:spPr>
      </p:sp>
      <p:sp>
        <p:nvSpPr>
          <p:cNvPr id="7" name="3D-Kugel 6"/>
          <p:cNvSpPr/>
          <p:nvPr/>
        </p:nvSpPr>
        <p:spPr>
          <a:xfrm>
            <a:off x="10205651" y="1312369"/>
            <a:ext cx="134431" cy="13443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7216" h="40329" prst="circle"/>
          </a:sp3d>
        </p:spPr>
      </p:sp>
      <p:sp>
        <p:nvSpPr>
          <p:cNvPr id="8" name="3D-Kugel 7"/>
          <p:cNvSpPr/>
          <p:nvPr/>
        </p:nvSpPr>
        <p:spPr>
          <a:xfrm>
            <a:off x="9357001" y="1411078"/>
            <a:ext cx="193926" cy="193926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96963" h="58178" prst="circle"/>
          </a:sp3d>
        </p:spPr>
      </p:sp>
      <p:sp>
        <p:nvSpPr>
          <p:cNvPr id="9" name="3D-Kugel 8"/>
          <p:cNvSpPr/>
          <p:nvPr/>
        </p:nvSpPr>
        <p:spPr>
          <a:xfrm>
            <a:off x="11422945" y="6210179"/>
            <a:ext cx="100597" cy="10059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0299" h="30179" prst="circle"/>
          </a:sp3d>
        </p:spPr>
      </p:sp>
      <p:sp>
        <p:nvSpPr>
          <p:cNvPr id="10" name="3D-Kugel 9"/>
          <p:cNvSpPr/>
          <p:nvPr/>
        </p:nvSpPr>
        <p:spPr>
          <a:xfrm>
            <a:off x="9204330" y="6112348"/>
            <a:ext cx="113525" cy="11352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6763" h="34058" prst="circle"/>
          </a:sp3d>
        </p:spPr>
      </p:sp>
      <p:sp>
        <p:nvSpPr>
          <p:cNvPr id="11" name="3D-Kugel 10"/>
          <p:cNvSpPr/>
          <p:nvPr/>
        </p:nvSpPr>
        <p:spPr>
          <a:xfrm>
            <a:off x="9087683" y="3667885"/>
            <a:ext cx="126030" cy="126030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3015" h="37809" prst="circle"/>
          </a:sp3d>
        </p:spPr>
      </p:sp>
      <p:sp>
        <p:nvSpPr>
          <p:cNvPr id="12" name="3D-Kugel 11"/>
          <p:cNvSpPr/>
          <p:nvPr/>
        </p:nvSpPr>
        <p:spPr>
          <a:xfrm>
            <a:off x="8447511" y="1373120"/>
            <a:ext cx="214312" cy="21431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07156" h="64294" prst="circle"/>
          </a:sp3d>
        </p:spPr>
      </p:sp>
      <p:sp>
        <p:nvSpPr>
          <p:cNvPr id="13" name="3D-Kugel 12"/>
          <p:cNvSpPr/>
          <p:nvPr/>
        </p:nvSpPr>
        <p:spPr>
          <a:xfrm>
            <a:off x="9140207" y="1727536"/>
            <a:ext cx="271690" cy="27169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35845" h="81507" prst="circle"/>
          </a:sp3d>
        </p:spPr>
      </p:sp>
      <p:sp>
        <p:nvSpPr>
          <p:cNvPr id="14" name="3D-Kugel 13"/>
          <p:cNvSpPr/>
          <p:nvPr/>
        </p:nvSpPr>
        <p:spPr>
          <a:xfrm>
            <a:off x="8671031" y="1277329"/>
            <a:ext cx="191485" cy="19148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95743" h="57446" prst="circle"/>
          </a:sp3d>
        </p:spPr>
      </p:sp>
      <p:sp>
        <p:nvSpPr>
          <p:cNvPr id="15" name="3D-Kugel 14"/>
          <p:cNvSpPr/>
          <p:nvPr/>
        </p:nvSpPr>
        <p:spPr>
          <a:xfrm>
            <a:off x="8749854" y="2428885"/>
            <a:ext cx="232776" cy="23277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16388" h="69833" prst="circle"/>
          </a:sp3d>
        </p:spPr>
      </p:sp>
      <p:sp>
        <p:nvSpPr>
          <p:cNvPr id="16" name="3D-Kugel 15"/>
          <p:cNvSpPr/>
          <p:nvPr/>
        </p:nvSpPr>
        <p:spPr>
          <a:xfrm>
            <a:off x="11360377" y="1802540"/>
            <a:ext cx="106004" cy="10600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3002" h="31801" prst="circle"/>
          </a:sp3d>
        </p:spPr>
      </p:sp>
      <p:sp>
        <p:nvSpPr>
          <p:cNvPr id="17" name="3D-Kugel 16"/>
          <p:cNvSpPr/>
          <p:nvPr/>
        </p:nvSpPr>
        <p:spPr>
          <a:xfrm>
            <a:off x="9256673" y="1752095"/>
            <a:ext cx="253129" cy="253129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26565" h="75939" prst="circle"/>
          </a:sp3d>
        </p:spPr>
      </p:sp>
      <p:sp>
        <p:nvSpPr>
          <p:cNvPr id="18" name="3D-Kugel 17"/>
          <p:cNvSpPr/>
          <p:nvPr/>
        </p:nvSpPr>
        <p:spPr>
          <a:xfrm>
            <a:off x="8979463" y="4862012"/>
            <a:ext cx="201710" cy="201710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00855" h="60513" prst="circle"/>
          </a:sp3d>
        </p:spPr>
      </p:sp>
      <p:sp>
        <p:nvSpPr>
          <p:cNvPr id="19" name="3D-Kugel 18"/>
          <p:cNvSpPr/>
          <p:nvPr/>
        </p:nvSpPr>
        <p:spPr>
          <a:xfrm>
            <a:off x="7816915" y="1690112"/>
            <a:ext cx="210829" cy="21082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05415" h="63249" prst="circle"/>
          </a:sp3d>
        </p:spPr>
      </p:sp>
      <p:sp>
        <p:nvSpPr>
          <p:cNvPr id="20" name="3D-Kugel 19"/>
          <p:cNvSpPr/>
          <p:nvPr/>
        </p:nvSpPr>
        <p:spPr>
          <a:xfrm>
            <a:off x="7620423" y="649410"/>
            <a:ext cx="173803" cy="17380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6902" h="52141" prst="circle"/>
          </a:sp3d>
        </p:spPr>
      </p:sp>
      <p:sp>
        <p:nvSpPr>
          <p:cNvPr id="21" name="3D-Kugel 20"/>
          <p:cNvSpPr/>
          <p:nvPr/>
        </p:nvSpPr>
        <p:spPr>
          <a:xfrm>
            <a:off x="10223419" y="4221008"/>
            <a:ext cx="166835" cy="166835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418" h="50051" prst="circle"/>
          </a:sp3d>
        </p:spPr>
      </p:sp>
      <p:sp>
        <p:nvSpPr>
          <p:cNvPr id="22" name="3D-Kugel 21"/>
          <p:cNvSpPr/>
          <p:nvPr/>
        </p:nvSpPr>
        <p:spPr>
          <a:xfrm>
            <a:off x="8622893" y="2934138"/>
            <a:ext cx="266123" cy="266123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33062" h="79837" prst="circle"/>
          </a:sp3d>
        </p:spPr>
      </p:sp>
      <p:sp>
        <p:nvSpPr>
          <p:cNvPr id="23" name="3D-Kugel 22"/>
          <p:cNvSpPr/>
          <p:nvPr/>
        </p:nvSpPr>
        <p:spPr>
          <a:xfrm>
            <a:off x="9150209" y="5349701"/>
            <a:ext cx="182108" cy="182108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91054" h="54632" prst="circle"/>
          </a:sp3d>
        </p:spPr>
      </p:sp>
      <p:sp>
        <p:nvSpPr>
          <p:cNvPr id="24" name="3D-Kugel 23"/>
          <p:cNvSpPr/>
          <p:nvPr/>
        </p:nvSpPr>
        <p:spPr>
          <a:xfrm>
            <a:off x="9155917" y="1937609"/>
            <a:ext cx="173869" cy="173869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6935" h="52161" prst="circle"/>
          </a:sp3d>
        </p:spPr>
      </p:sp>
      <p:sp>
        <p:nvSpPr>
          <p:cNvPr id="25" name="3D-Kugel 24"/>
          <p:cNvSpPr/>
          <p:nvPr/>
        </p:nvSpPr>
        <p:spPr>
          <a:xfrm>
            <a:off x="10520786" y="1155594"/>
            <a:ext cx="134727" cy="13472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7364" h="40418" prst="circle"/>
          </a:sp3d>
        </p:spPr>
      </p:sp>
      <p:sp>
        <p:nvSpPr>
          <p:cNvPr id="26" name="3D-Kugel 25"/>
          <p:cNvSpPr/>
          <p:nvPr/>
        </p:nvSpPr>
        <p:spPr>
          <a:xfrm>
            <a:off x="10620893" y="5503655"/>
            <a:ext cx="140882" cy="14088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0441" h="42265" prst="circle"/>
          </a:sp3d>
        </p:spPr>
      </p:sp>
      <p:sp>
        <p:nvSpPr>
          <p:cNvPr id="27" name="3D-Kugel 26"/>
          <p:cNvSpPr/>
          <p:nvPr/>
        </p:nvSpPr>
        <p:spPr>
          <a:xfrm>
            <a:off x="11212436" y="5405909"/>
            <a:ext cx="268534" cy="26853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34267" h="80560" prst="circle"/>
          </a:sp3d>
        </p:spPr>
      </p:sp>
      <p:sp>
        <p:nvSpPr>
          <p:cNvPr id="28" name="3D-Ei 27"/>
          <p:cNvSpPr/>
          <p:nvPr/>
        </p:nvSpPr>
        <p:spPr>
          <a:xfrm rot="-720000">
            <a:off x="8869680" y="1097280"/>
            <a:ext cx="2103120" cy="2734056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051560" h="630936" prst="circle"/>
          </a:sp3d>
        </p:spPr>
      </p:sp>
      <p:sp>
        <p:nvSpPr>
          <p:cNvPr id="29" name="Glanzlicht 28"/>
          <p:cNvSpPr/>
          <p:nvPr/>
        </p:nvSpPr>
        <p:spPr>
          <a:xfrm rot="-2520000">
            <a:off x="9290304" y="1370686"/>
            <a:ext cx="672998" cy="546811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0" name="3D-Ei 29"/>
          <p:cNvSpPr/>
          <p:nvPr/>
        </p:nvSpPr>
        <p:spPr>
          <a:xfrm rot="600000">
            <a:off x="7589520" y="2926080"/>
            <a:ext cx="1737360" cy="2258568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sp>
        <p:nvSpPr>
          <p:cNvPr id="31" name="Glanzlicht 30"/>
          <p:cNvSpPr/>
          <p:nvPr/>
        </p:nvSpPr>
        <p:spPr>
          <a:xfrm rot="-1200000">
            <a:off x="7936992" y="3151937"/>
            <a:ext cx="555955" cy="451714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2" name="3D-Ei 31"/>
          <p:cNvSpPr/>
          <p:nvPr/>
        </p:nvSpPr>
        <p:spPr>
          <a:xfrm rot="1080000">
            <a:off x="9966960" y="3566160"/>
            <a:ext cx="1463040" cy="1901952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731520" h="438912" prst="circle"/>
          </a:sp3d>
        </p:spPr>
      </p:sp>
      <p:sp>
        <p:nvSpPr>
          <p:cNvPr id="33" name="Glanzlicht 32"/>
          <p:cNvSpPr/>
          <p:nvPr/>
        </p:nvSpPr>
        <p:spPr>
          <a:xfrm rot="-720000">
            <a:off x="10259568" y="3756355"/>
            <a:ext cx="468173" cy="380390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4" name="3D-Kugel Symbol 33"/>
          <p:cNvSpPr/>
          <p:nvPr/>
        </p:nvSpPr>
        <p:spPr>
          <a:xfrm>
            <a:off x="7863840" y="914400"/>
            <a:ext cx="914400" cy="91440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35" name="Symbol 3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3296" y="1133856"/>
            <a:ext cx="475488" cy="475488"/>
          </a:xfrm>
          <a:prstGeom prst="rect">
            <a:avLst/>
          </a:prstGeom>
        </p:spPr>
      </p:pic>
      <p:sp>
        <p:nvSpPr>
          <p:cNvPr id="36" name="3D-Kugel 34"/>
          <p:cNvSpPr/>
          <p:nvPr/>
        </p:nvSpPr>
        <p:spPr>
          <a:xfrm>
            <a:off x="1938840" y="1208494"/>
            <a:ext cx="109465" cy="10946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4733" h="32840" prst="circle"/>
          </a:sp3d>
        </p:spPr>
      </p:sp>
      <p:sp>
        <p:nvSpPr>
          <p:cNvPr id="37" name="3D-Kugel 35"/>
          <p:cNvSpPr/>
          <p:nvPr/>
        </p:nvSpPr>
        <p:spPr>
          <a:xfrm>
            <a:off x="4387241" y="659602"/>
            <a:ext cx="115274" cy="11527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7637" h="34582" prst="circle"/>
          </a:sp3d>
        </p:spPr>
      </p:sp>
      <p:sp>
        <p:nvSpPr>
          <p:cNvPr id="38" name="3D-Kugel 36"/>
          <p:cNvSpPr/>
          <p:nvPr/>
        </p:nvSpPr>
        <p:spPr>
          <a:xfrm>
            <a:off x="3094066" y="734131"/>
            <a:ext cx="178742" cy="17874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9371" h="53623" prst="circle"/>
          </a:sp3d>
        </p:spPr>
      </p:sp>
      <p:sp>
        <p:nvSpPr>
          <p:cNvPr id="39" name="3D-Kugel 37"/>
          <p:cNvSpPr/>
          <p:nvPr/>
        </p:nvSpPr>
        <p:spPr>
          <a:xfrm>
            <a:off x="5997844" y="1024366"/>
            <a:ext cx="126131" cy="12613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3066" h="37839" prst="circle"/>
          </a:sp3d>
        </p:spPr>
      </p:sp>
      <p:sp>
        <p:nvSpPr>
          <p:cNvPr id="40" name="3D-Kugel 38"/>
          <p:cNvSpPr/>
          <p:nvPr/>
        </p:nvSpPr>
        <p:spPr>
          <a:xfrm>
            <a:off x="4255259" y="1017576"/>
            <a:ext cx="112891" cy="112891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6446" h="33867" prst="circle"/>
          </a:sp3d>
        </p:spPr>
      </p:sp>
      <p:sp>
        <p:nvSpPr>
          <p:cNvPr id="41" name="3D-Kugel 39"/>
          <p:cNvSpPr/>
          <p:nvPr/>
        </p:nvSpPr>
        <p:spPr>
          <a:xfrm>
            <a:off x="5762524" y="1071661"/>
            <a:ext cx="75012" cy="75012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37506" h="22504" prst="circle"/>
          </a:sp3d>
        </p:spPr>
      </p:sp>
      <p:sp>
        <p:nvSpPr>
          <p:cNvPr id="42" name="3D-Kugel 40"/>
          <p:cNvSpPr/>
          <p:nvPr/>
        </p:nvSpPr>
        <p:spPr>
          <a:xfrm>
            <a:off x="1623483" y="632487"/>
            <a:ext cx="167944" cy="16794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3972" h="50383" prst="circle"/>
          </a:sp3d>
        </p:spPr>
      </p:sp>
      <p:sp>
        <p:nvSpPr>
          <p:cNvPr id="43" name="3D-Kugel 41"/>
          <p:cNvSpPr/>
          <p:nvPr/>
        </p:nvSpPr>
        <p:spPr>
          <a:xfrm>
            <a:off x="5398966" y="960408"/>
            <a:ext cx="108221" cy="10822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4111" h="32466" prst="circle"/>
          </a:sp3d>
        </p:spPr>
      </p:sp>
      <p:sp>
        <p:nvSpPr>
          <p:cNvPr id="44" name="3D-Kugel 42"/>
          <p:cNvSpPr/>
          <p:nvPr/>
        </p:nvSpPr>
        <p:spPr>
          <a:xfrm>
            <a:off x="2645645" y="695867"/>
            <a:ext cx="161021" cy="161021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80511" h="48306" prst="circle"/>
          </a:sp3d>
        </p:spPr>
      </p:sp>
      <p:sp>
        <p:nvSpPr>
          <p:cNvPr id="45" name="3D-Kugel 43"/>
          <p:cNvSpPr/>
          <p:nvPr/>
        </p:nvSpPr>
        <p:spPr>
          <a:xfrm>
            <a:off x="1301822" y="1012782"/>
            <a:ext cx="152606" cy="15260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6303" h="45782" prst="circle"/>
          </a:sp3d>
        </p:spPr>
      </p:sp>
      <p:sp>
        <p:nvSpPr>
          <p:cNvPr id="46" name="Text 0"/>
          <p:cNvSpPr/>
          <p:nvPr>
            <p:ph idx="100" type="title" hasCustomPrompt="1"/>
          </p:nvPr>
        </p:nvSpPr>
        <p:spPr>
          <a:xfrm>
            <a:off x="731520" y="182880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&amp; Ostern</a:t>
            </a:r>
            <a:endParaRPr lang="en-US" sz="5400" dirty="0"/>
          </a:p>
        </p:txBody>
      </p:sp>
      <p:sp>
        <p:nvSpPr>
          <p:cNvPr id="47" name="Text 0"/>
          <p:cNvSpPr/>
          <p:nvPr>
            <p:ph idx="101" type="body" hasCustomPrompt="1"/>
          </p:nvPr>
        </p:nvSpPr>
        <p:spPr>
          <a:xfrm>
            <a:off x="731520" y="40690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Feste im christlichen Jahreskreis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Nummer 1"/>
          <p:cNvSpPr/>
          <p:nvPr/>
        </p:nvSpPr>
        <p:spPr>
          <a:xfrm>
            <a:off x="548640" y="1783080"/>
            <a:ext cx="685800" cy="6858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3" name="Text 1"/>
          <p:cNvSpPr txBox="1"/>
          <p:nvPr/>
        </p:nvSpPr>
        <p:spPr>
          <a:xfrm>
            <a:off x="548640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1600200" y="17830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Karneval &amp; Fastnacht</a:t>
            </a:r>
            <a:endParaRPr lang="en-US" sz="2000" dirty="0"/>
          </a:p>
        </p:txBody>
      </p:sp>
      <p:sp>
        <p:nvSpPr>
          <p:cNvPr id="5" name="3D-Kugel Nummer 2"/>
          <p:cNvSpPr/>
          <p:nvPr/>
        </p:nvSpPr>
        <p:spPr>
          <a:xfrm>
            <a:off x="548640" y="2880360"/>
            <a:ext cx="685800" cy="68580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6" name="Text 4"/>
          <p:cNvSpPr txBox="1"/>
          <p:nvPr/>
        </p:nvSpPr>
        <p:spPr>
          <a:xfrm>
            <a:off x="54864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1600200" y="28803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Von Aschermittwoch bis Ostersonntag</a:t>
            </a:r>
            <a:endParaRPr lang="en-US" sz="2000" dirty="0"/>
          </a:p>
        </p:txBody>
      </p:sp>
      <p:sp>
        <p:nvSpPr>
          <p:cNvPr id="8" name="3D-Kugel Nummer 3"/>
          <p:cNvSpPr/>
          <p:nvPr/>
        </p:nvSpPr>
        <p:spPr>
          <a:xfrm>
            <a:off x="548640" y="3977640"/>
            <a:ext cx="685800" cy="68580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9" name="Text 7"/>
          <p:cNvSpPr txBox="1"/>
          <p:nvPr/>
        </p:nvSpPr>
        <p:spPr>
          <a:xfrm>
            <a:off x="548640" y="3977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10" name="Text 0"/>
          <p:cNvSpPr/>
          <p:nvPr>
            <p:ph idx="103" type="body" hasCustomPrompt="1"/>
          </p:nvPr>
        </p:nvSpPr>
        <p:spPr>
          <a:xfrm>
            <a:off x="1600200" y="3977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Ostern, Osterei &amp; Osterhase</a:t>
            </a:r>
            <a:endParaRPr lang="en-US" sz="2000" dirty="0"/>
          </a:p>
        </p:txBody>
      </p:sp>
      <p:sp>
        <p:nvSpPr>
          <p:cNvPr id="11" name="3D-Kugel Nummer 4"/>
          <p:cNvSpPr/>
          <p:nvPr/>
        </p:nvSpPr>
        <p:spPr>
          <a:xfrm>
            <a:off x="548640" y="5074920"/>
            <a:ext cx="685800" cy="6858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12" name="Text 10"/>
          <p:cNvSpPr txBox="1"/>
          <p:nvPr/>
        </p:nvSpPr>
        <p:spPr>
          <a:xfrm>
            <a:off x="548640" y="5074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200" dirty="0"/>
          </a:p>
        </p:txBody>
      </p:sp>
      <p:sp>
        <p:nvSpPr>
          <p:cNvPr id="13" name="Text 0"/>
          <p:cNvSpPr/>
          <p:nvPr>
            <p:ph idx="104" type="body" hasCustomPrompt="1"/>
          </p:nvPr>
        </p:nvSpPr>
        <p:spPr>
          <a:xfrm>
            <a:off x="1600200" y="50749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Andere Religionen &amp; Arbeitsalltag</a:t>
            </a:r>
            <a:endParaRPr lang="en-US" sz="2000" dirty="0"/>
          </a:p>
        </p:txBody>
      </p:sp>
      <p:sp>
        <p:nvSpPr>
          <p:cNvPr id="14" name="3D-Karte Bildfläche"/>
          <p:cNvSpPr/>
          <p:nvPr/>
        </p:nvSpPr>
        <p:spPr>
          <a:xfrm>
            <a:off x="6583680" y="1463040"/>
            <a:ext cx="5029200" cy="4572000"/>
          </a:xfrm>
          <a:prstGeom prst="roundRect">
            <a:avLst>
              <a:gd name="adj" fmla="val 44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5" name="3D-Kugel 44"/>
          <p:cNvSpPr/>
          <p:nvPr/>
        </p:nvSpPr>
        <p:spPr>
          <a:xfrm>
            <a:off x="8018055" y="2712346"/>
            <a:ext cx="78485" cy="7848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39243" h="23546" prst="circle"/>
          </a:sp3d>
        </p:spPr>
      </p:sp>
      <p:sp>
        <p:nvSpPr>
          <p:cNvPr id="16" name="3D-Kugel 45"/>
          <p:cNvSpPr/>
          <p:nvPr/>
        </p:nvSpPr>
        <p:spPr>
          <a:xfrm>
            <a:off x="9882912" y="3266011"/>
            <a:ext cx="101059" cy="10105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0530" h="30318" prst="circle"/>
          </a:sp3d>
        </p:spPr>
      </p:sp>
      <p:sp>
        <p:nvSpPr>
          <p:cNvPr id="17" name="3D-Kugel 46"/>
          <p:cNvSpPr/>
          <p:nvPr/>
        </p:nvSpPr>
        <p:spPr>
          <a:xfrm>
            <a:off x="10989593" y="5021337"/>
            <a:ext cx="126426" cy="126426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63213" h="37928" prst="circle"/>
          </a:sp3d>
        </p:spPr>
      </p:sp>
      <p:sp>
        <p:nvSpPr>
          <p:cNvPr id="18" name="3D-Kugel 47"/>
          <p:cNvSpPr/>
          <p:nvPr/>
        </p:nvSpPr>
        <p:spPr>
          <a:xfrm>
            <a:off x="8854417" y="5705251"/>
            <a:ext cx="90580" cy="9058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45290" h="27174" prst="circle"/>
          </a:sp3d>
        </p:spPr>
      </p:sp>
      <p:sp>
        <p:nvSpPr>
          <p:cNvPr id="19" name="3D-Kugel 48"/>
          <p:cNvSpPr/>
          <p:nvPr/>
        </p:nvSpPr>
        <p:spPr>
          <a:xfrm>
            <a:off x="9565227" y="2867314"/>
            <a:ext cx="148967" cy="148967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4484" h="44690" prst="circle"/>
          </a:sp3d>
        </p:spPr>
      </p:sp>
      <p:sp>
        <p:nvSpPr>
          <p:cNvPr id="20" name="3D-Kugel 49"/>
          <p:cNvSpPr/>
          <p:nvPr/>
        </p:nvSpPr>
        <p:spPr>
          <a:xfrm>
            <a:off x="10672030" y="2284811"/>
            <a:ext cx="127853" cy="12785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3927" h="38356" prst="circle"/>
          </a:sp3d>
        </p:spPr>
      </p:sp>
      <p:sp>
        <p:nvSpPr>
          <p:cNvPr id="21" name="3D-Kugel 50"/>
          <p:cNvSpPr/>
          <p:nvPr/>
        </p:nvSpPr>
        <p:spPr>
          <a:xfrm>
            <a:off x="9544928" y="5509777"/>
            <a:ext cx="182684" cy="18268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91342" h="54805" prst="circle"/>
          </a:sp3d>
        </p:spPr>
      </p:sp>
      <p:sp>
        <p:nvSpPr>
          <p:cNvPr id="22" name="3D-Kugel 51"/>
          <p:cNvSpPr/>
          <p:nvPr/>
        </p:nvSpPr>
        <p:spPr>
          <a:xfrm>
            <a:off x="8110158" y="2406448"/>
            <a:ext cx="139726" cy="13972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9863" h="41918" prst="circle"/>
          </a:sp3d>
        </p:spPr>
      </p:sp>
      <p:sp>
        <p:nvSpPr>
          <p:cNvPr id="23" name="3D-Kugel 52"/>
          <p:cNvSpPr/>
          <p:nvPr/>
        </p:nvSpPr>
        <p:spPr>
          <a:xfrm>
            <a:off x="8081272" y="2451527"/>
            <a:ext cx="154425" cy="15442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7213" h="46328" prst="circle"/>
          </a:sp3d>
        </p:spPr>
      </p:sp>
      <p:sp>
        <p:nvSpPr>
          <p:cNvPr id="24" name="3D-Kugel 53"/>
          <p:cNvSpPr/>
          <p:nvPr/>
        </p:nvSpPr>
        <p:spPr>
          <a:xfrm>
            <a:off x="6964871" y="3366626"/>
            <a:ext cx="162775" cy="16277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1388" h="48833" prst="circle"/>
          </a:sp3d>
        </p:spPr>
      </p:sp>
      <p:sp>
        <p:nvSpPr>
          <p:cNvPr id="25" name="3D-Kugel 54"/>
          <p:cNvSpPr/>
          <p:nvPr/>
        </p:nvSpPr>
        <p:spPr>
          <a:xfrm>
            <a:off x="10935988" y="2865187"/>
            <a:ext cx="100767" cy="100767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0384" h="30230" prst="circle"/>
          </a:sp3d>
        </p:spPr>
      </p:sp>
      <p:sp>
        <p:nvSpPr>
          <p:cNvPr id="26" name="3D-Kugel 55"/>
          <p:cNvSpPr/>
          <p:nvPr/>
        </p:nvSpPr>
        <p:spPr>
          <a:xfrm>
            <a:off x="8681066" y="2546235"/>
            <a:ext cx="123848" cy="123848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1924" h="37154" prst="circle"/>
          </a:sp3d>
        </p:spPr>
      </p:sp>
      <p:sp>
        <p:nvSpPr>
          <p:cNvPr id="27" name="3D-Kugel 56"/>
          <p:cNvSpPr/>
          <p:nvPr/>
        </p:nvSpPr>
        <p:spPr>
          <a:xfrm>
            <a:off x="10754360" y="4082655"/>
            <a:ext cx="168012" cy="16801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84006" h="50404" prst="circle"/>
          </a:sp3d>
        </p:spPr>
      </p:sp>
      <p:sp>
        <p:nvSpPr>
          <p:cNvPr id="28" name="3D-Kugel 57"/>
          <p:cNvSpPr/>
          <p:nvPr/>
        </p:nvSpPr>
        <p:spPr>
          <a:xfrm>
            <a:off x="10319505" y="5179769"/>
            <a:ext cx="169249" cy="16924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4625" h="50775" prst="circle"/>
          </a:sp3d>
        </p:spPr>
      </p:sp>
      <p:sp>
        <p:nvSpPr>
          <p:cNvPr id="29" name="3D-Kugel 58"/>
          <p:cNvSpPr/>
          <p:nvPr/>
        </p:nvSpPr>
        <p:spPr>
          <a:xfrm>
            <a:off x="9155086" y="3526656"/>
            <a:ext cx="173281" cy="173281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6641" h="51984" prst="circle"/>
          </a:sp3d>
        </p:spPr>
      </p:sp>
      <p:sp>
        <p:nvSpPr>
          <p:cNvPr id="30" name="3D-Kugel 59"/>
          <p:cNvSpPr/>
          <p:nvPr/>
        </p:nvSpPr>
        <p:spPr>
          <a:xfrm>
            <a:off x="9089997" y="4758494"/>
            <a:ext cx="116098" cy="116098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8049" h="34829" prst="circle"/>
          </a:sp3d>
        </p:spPr>
      </p:sp>
      <p:sp>
        <p:nvSpPr>
          <p:cNvPr id="31" name="3D-Ei 60"/>
          <p:cNvSpPr/>
          <p:nvPr/>
        </p:nvSpPr>
        <p:spPr>
          <a:xfrm rot="-600000">
            <a:off x="7315200" y="2011680"/>
            <a:ext cx="1463040" cy="1901952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731520" h="438912" prst="circle"/>
          </a:sp3d>
        </p:spPr>
      </p:sp>
      <p:sp>
        <p:nvSpPr>
          <p:cNvPr id="32" name="Glanzlicht 61"/>
          <p:cNvSpPr/>
          <p:nvPr/>
        </p:nvSpPr>
        <p:spPr>
          <a:xfrm rot="-2400000">
            <a:off x="7607808" y="2201875"/>
            <a:ext cx="468173" cy="380390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3" name="3D-Ei 62"/>
          <p:cNvSpPr/>
          <p:nvPr/>
        </p:nvSpPr>
        <p:spPr>
          <a:xfrm rot="720000">
            <a:off x="9601200" y="2377440"/>
            <a:ext cx="1280160" cy="1664208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640080" h="384048" prst="circle"/>
          </a:sp3d>
        </p:spPr>
      </p:sp>
      <p:sp>
        <p:nvSpPr>
          <p:cNvPr id="34" name="Glanzlicht 63"/>
          <p:cNvSpPr/>
          <p:nvPr/>
        </p:nvSpPr>
        <p:spPr>
          <a:xfrm rot="-1080000">
            <a:off x="9857232" y="2543861"/>
            <a:ext cx="409651" cy="332842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5" name="3D-Kugel Symbol 64"/>
          <p:cNvSpPr/>
          <p:nvPr/>
        </p:nvSpPr>
        <p:spPr>
          <a:xfrm>
            <a:off x="8549640" y="4114800"/>
            <a:ext cx="1188720" cy="118872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94360" h="356616" prst="circle"/>
          </a:sp3d>
        </p:spPr>
      </p:sp>
      <p:pic>
        <p:nvPicPr>
          <p:cNvPr id="36" name="Symbol 6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4933" y="4400093"/>
            <a:ext cx="618134" cy="618134"/>
          </a:xfrm>
          <a:prstGeom prst="rect">
            <a:avLst/>
          </a:prstGeom>
        </p:spPr>
      </p:pic>
      <p:sp>
        <p:nvSpPr>
          <p:cNvPr id="37" name="3D-Kugel Symbol 65"/>
          <p:cNvSpPr/>
          <p:nvPr/>
        </p:nvSpPr>
        <p:spPr>
          <a:xfrm>
            <a:off x="10012680" y="4526280"/>
            <a:ext cx="822960" cy="82296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11480" h="246888" prst="circle"/>
          </a:sp3d>
        </p:spPr>
      </p:sp>
      <p:pic>
        <p:nvPicPr>
          <p:cNvPr id="38" name="Symbol 6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0190" y="4723790"/>
            <a:ext cx="427939" cy="427939"/>
          </a:xfrm>
          <a:prstGeom prst="rect">
            <a:avLst/>
          </a:prstGeom>
        </p:spPr>
      </p:pic>
      <p:sp>
        <p:nvSpPr>
          <p:cNvPr id="39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66"/>
          <p:cNvSpPr/>
          <p:nvPr/>
        </p:nvSpPr>
        <p:spPr>
          <a:xfrm>
            <a:off x="11230510" y="2068125"/>
            <a:ext cx="281605" cy="28160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40803" h="84482" prst="circle"/>
          </a:sp3d>
        </p:spPr>
      </p:sp>
      <p:sp>
        <p:nvSpPr>
          <p:cNvPr id="3" name="3D-Kugel 67"/>
          <p:cNvSpPr/>
          <p:nvPr/>
        </p:nvSpPr>
        <p:spPr>
          <a:xfrm>
            <a:off x="8613034" y="4973617"/>
            <a:ext cx="121894" cy="12189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60947" h="36568" prst="circle"/>
          </a:sp3d>
        </p:spPr>
      </p:sp>
      <p:sp>
        <p:nvSpPr>
          <p:cNvPr id="4" name="3D-Kugel 68"/>
          <p:cNvSpPr/>
          <p:nvPr/>
        </p:nvSpPr>
        <p:spPr>
          <a:xfrm>
            <a:off x="9009674" y="5217838"/>
            <a:ext cx="148449" cy="148449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74225" h="44535" prst="circle"/>
          </a:sp3d>
        </p:spPr>
      </p:sp>
      <p:sp>
        <p:nvSpPr>
          <p:cNvPr id="5" name="3D-Kugel 69"/>
          <p:cNvSpPr/>
          <p:nvPr/>
        </p:nvSpPr>
        <p:spPr>
          <a:xfrm>
            <a:off x="10165923" y="5432448"/>
            <a:ext cx="190583" cy="19058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95292" h="57175" prst="circle"/>
          </a:sp3d>
        </p:spPr>
      </p:sp>
      <p:sp>
        <p:nvSpPr>
          <p:cNvPr id="6" name="3D-Kugel 70"/>
          <p:cNvSpPr/>
          <p:nvPr/>
        </p:nvSpPr>
        <p:spPr>
          <a:xfrm>
            <a:off x="9671802" y="2043894"/>
            <a:ext cx="370215" cy="37021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85108" h="111065" prst="circle"/>
          </a:sp3d>
        </p:spPr>
      </p:sp>
      <p:sp>
        <p:nvSpPr>
          <p:cNvPr id="7" name="3D-Kugel 71"/>
          <p:cNvSpPr/>
          <p:nvPr/>
        </p:nvSpPr>
        <p:spPr>
          <a:xfrm>
            <a:off x="9451505" y="3827658"/>
            <a:ext cx="224051" cy="22405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2026" h="67215" prst="circle"/>
          </a:sp3d>
        </p:spPr>
      </p:sp>
      <p:sp>
        <p:nvSpPr>
          <p:cNvPr id="8" name="3D-Kugel 72"/>
          <p:cNvSpPr/>
          <p:nvPr/>
        </p:nvSpPr>
        <p:spPr>
          <a:xfrm>
            <a:off x="10962652" y="996556"/>
            <a:ext cx="166616" cy="16661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308" h="49985" prst="circle"/>
          </a:sp3d>
        </p:spPr>
      </p:sp>
      <p:sp>
        <p:nvSpPr>
          <p:cNvPr id="9" name="3D-Kugel 73"/>
          <p:cNvSpPr/>
          <p:nvPr/>
        </p:nvSpPr>
        <p:spPr>
          <a:xfrm>
            <a:off x="7832265" y="2164508"/>
            <a:ext cx="319833" cy="31983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59917" h="95950" prst="circle"/>
          </a:sp3d>
        </p:spPr>
      </p:sp>
      <p:sp>
        <p:nvSpPr>
          <p:cNvPr id="10" name="3D-Kugel 74"/>
          <p:cNvSpPr/>
          <p:nvPr/>
        </p:nvSpPr>
        <p:spPr>
          <a:xfrm>
            <a:off x="9837101" y="3894858"/>
            <a:ext cx="220404" cy="22040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10202" h="66121" prst="circle"/>
          </a:sp3d>
        </p:spPr>
      </p:sp>
      <p:sp>
        <p:nvSpPr>
          <p:cNvPr id="11" name="3D-Kugel 75"/>
          <p:cNvSpPr/>
          <p:nvPr/>
        </p:nvSpPr>
        <p:spPr>
          <a:xfrm>
            <a:off x="10565036" y="2512067"/>
            <a:ext cx="282858" cy="28285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1429" h="84857" prst="circle"/>
          </a:sp3d>
        </p:spPr>
      </p:sp>
      <p:sp>
        <p:nvSpPr>
          <p:cNvPr id="12" name="3D-Kugel 76"/>
          <p:cNvSpPr/>
          <p:nvPr/>
        </p:nvSpPr>
        <p:spPr>
          <a:xfrm>
            <a:off x="7828182" y="646906"/>
            <a:ext cx="336507" cy="33650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68254" h="100952" prst="circle"/>
          </a:sp3d>
        </p:spPr>
      </p:sp>
      <p:sp>
        <p:nvSpPr>
          <p:cNvPr id="13" name="3D-Kugel 77"/>
          <p:cNvSpPr/>
          <p:nvPr/>
        </p:nvSpPr>
        <p:spPr>
          <a:xfrm>
            <a:off x="11142938" y="789421"/>
            <a:ext cx="210662" cy="21066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05331" h="63199" prst="circle"/>
          </a:sp3d>
        </p:spPr>
      </p:sp>
      <p:sp>
        <p:nvSpPr>
          <p:cNvPr id="14" name="3D-Kugel 78"/>
          <p:cNvSpPr/>
          <p:nvPr/>
        </p:nvSpPr>
        <p:spPr>
          <a:xfrm>
            <a:off x="10156550" y="5390718"/>
            <a:ext cx="319852" cy="319852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59926" h="95956" prst="circle"/>
          </a:sp3d>
        </p:spPr>
      </p:sp>
      <p:sp>
        <p:nvSpPr>
          <p:cNvPr id="15" name="3D-Kugel 79"/>
          <p:cNvSpPr/>
          <p:nvPr/>
        </p:nvSpPr>
        <p:spPr>
          <a:xfrm>
            <a:off x="10750439" y="5089985"/>
            <a:ext cx="200780" cy="200780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00390" h="60234" prst="circle"/>
          </a:sp3d>
        </p:spPr>
      </p:sp>
      <p:sp>
        <p:nvSpPr>
          <p:cNvPr id="16" name="3D-Kugel 80"/>
          <p:cNvSpPr/>
          <p:nvPr/>
        </p:nvSpPr>
        <p:spPr>
          <a:xfrm>
            <a:off x="10324010" y="2107764"/>
            <a:ext cx="267976" cy="26797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33988" h="80393" prst="circle"/>
          </a:sp3d>
        </p:spPr>
      </p:sp>
      <p:sp>
        <p:nvSpPr>
          <p:cNvPr id="17" name="3D-Kugel 81"/>
          <p:cNvSpPr/>
          <p:nvPr/>
        </p:nvSpPr>
        <p:spPr>
          <a:xfrm>
            <a:off x="10642158" y="5138347"/>
            <a:ext cx="350750" cy="350750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75375" h="105225" prst="circle"/>
          </a:sp3d>
        </p:spPr>
      </p:sp>
      <p:sp>
        <p:nvSpPr>
          <p:cNvPr id="18" name="3D-Kugel 82"/>
          <p:cNvSpPr/>
          <p:nvPr/>
        </p:nvSpPr>
        <p:spPr>
          <a:xfrm>
            <a:off x="9541845" y="4758181"/>
            <a:ext cx="278414" cy="27841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39207" h="83524" prst="circle"/>
          </a:sp3d>
        </p:spPr>
      </p:sp>
      <p:sp>
        <p:nvSpPr>
          <p:cNvPr id="19" name="3D-Kugel 83"/>
          <p:cNvSpPr/>
          <p:nvPr/>
        </p:nvSpPr>
        <p:spPr>
          <a:xfrm>
            <a:off x="8507617" y="3352788"/>
            <a:ext cx="172889" cy="172889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86445" h="51867" prst="circle"/>
          </a:sp3d>
        </p:spPr>
      </p:sp>
      <p:sp>
        <p:nvSpPr>
          <p:cNvPr id="20" name="3D-Kugel 84"/>
          <p:cNvSpPr/>
          <p:nvPr/>
        </p:nvSpPr>
        <p:spPr>
          <a:xfrm>
            <a:off x="9213011" y="3397376"/>
            <a:ext cx="156095" cy="156095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78048" h="46829" prst="circle"/>
          </a:sp3d>
        </p:spPr>
      </p:sp>
      <p:sp>
        <p:nvSpPr>
          <p:cNvPr id="21" name="3D-Kugel 85"/>
          <p:cNvSpPr/>
          <p:nvPr/>
        </p:nvSpPr>
        <p:spPr>
          <a:xfrm>
            <a:off x="9263513" y="1333745"/>
            <a:ext cx="349952" cy="34995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74976" h="104986" prst="circle"/>
          </a:sp3d>
        </p:spPr>
      </p:sp>
      <p:sp>
        <p:nvSpPr>
          <p:cNvPr id="22" name="3D-Kugel 86"/>
          <p:cNvSpPr/>
          <p:nvPr/>
        </p:nvSpPr>
        <p:spPr>
          <a:xfrm>
            <a:off x="10491817" y="5865351"/>
            <a:ext cx="291163" cy="29116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45582" h="87349" prst="circle"/>
          </a:sp3d>
        </p:spPr>
      </p:sp>
      <p:sp>
        <p:nvSpPr>
          <p:cNvPr id="23" name="3D-Kugel 87"/>
          <p:cNvSpPr/>
          <p:nvPr/>
        </p:nvSpPr>
        <p:spPr>
          <a:xfrm>
            <a:off x="10626666" y="1379004"/>
            <a:ext cx="101649" cy="101649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0825" h="30495" prst="circle"/>
          </a:sp3d>
        </p:spPr>
      </p:sp>
      <p:sp>
        <p:nvSpPr>
          <p:cNvPr id="24" name="3D-Kugel 88"/>
          <p:cNvSpPr/>
          <p:nvPr/>
        </p:nvSpPr>
        <p:spPr>
          <a:xfrm>
            <a:off x="10994118" y="2360452"/>
            <a:ext cx="195937" cy="19593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97969" h="58781" prst="circle"/>
          </a:sp3d>
        </p:spPr>
      </p:sp>
      <p:sp>
        <p:nvSpPr>
          <p:cNvPr id="25" name="3D-Kugel 89"/>
          <p:cNvSpPr/>
          <p:nvPr/>
        </p:nvSpPr>
        <p:spPr>
          <a:xfrm>
            <a:off x="9565406" y="5453527"/>
            <a:ext cx="110733" cy="11073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5367" h="33220" prst="circle"/>
          </a:sp3d>
        </p:spPr>
      </p:sp>
      <p:sp>
        <p:nvSpPr>
          <p:cNvPr id="26" name="3D-Kugel 90"/>
          <p:cNvSpPr/>
          <p:nvPr/>
        </p:nvSpPr>
        <p:spPr>
          <a:xfrm>
            <a:off x="7823866" y="743278"/>
            <a:ext cx="260563" cy="26056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30282" h="78169" prst="circle"/>
          </a:sp3d>
        </p:spPr>
      </p:sp>
      <p:sp>
        <p:nvSpPr>
          <p:cNvPr id="27" name="3D-Kugel 91"/>
          <p:cNvSpPr/>
          <p:nvPr/>
        </p:nvSpPr>
        <p:spPr>
          <a:xfrm>
            <a:off x="11588803" y="3239097"/>
            <a:ext cx="182131" cy="18213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91066" h="54639" prst="circle"/>
          </a:sp3d>
        </p:spPr>
      </p:sp>
      <p:sp>
        <p:nvSpPr>
          <p:cNvPr id="28" name="3D-Kugel 92"/>
          <p:cNvSpPr/>
          <p:nvPr/>
        </p:nvSpPr>
        <p:spPr>
          <a:xfrm>
            <a:off x="10349744" y="3110825"/>
            <a:ext cx="289966" cy="28996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44983" h="86990" prst="circle"/>
          </a:sp3d>
        </p:spPr>
      </p:sp>
      <p:sp>
        <p:nvSpPr>
          <p:cNvPr id="29" name="3D-Kugel 93"/>
          <p:cNvSpPr/>
          <p:nvPr/>
        </p:nvSpPr>
        <p:spPr>
          <a:xfrm>
            <a:off x="10066636" y="3097996"/>
            <a:ext cx="120772" cy="12077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60386" h="36232" prst="circle"/>
          </a:sp3d>
        </p:spPr>
      </p:sp>
      <p:sp>
        <p:nvSpPr>
          <p:cNvPr id="30" name="3D-Kugel 94"/>
          <p:cNvSpPr/>
          <p:nvPr/>
        </p:nvSpPr>
        <p:spPr>
          <a:xfrm>
            <a:off x="8045135" y="5346436"/>
            <a:ext cx="381685" cy="38168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90843" h="114506" prst="circle"/>
          </a:sp3d>
        </p:spPr>
      </p:sp>
      <p:sp>
        <p:nvSpPr>
          <p:cNvPr id="31" name="3D-Kugel 95"/>
          <p:cNvSpPr/>
          <p:nvPr/>
        </p:nvSpPr>
        <p:spPr>
          <a:xfrm>
            <a:off x="10138937" y="790166"/>
            <a:ext cx="316800" cy="316800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58400" h="95040" prst="circle"/>
          </a:sp3d>
        </p:spPr>
      </p:sp>
      <p:sp>
        <p:nvSpPr>
          <p:cNvPr id="32" name="3D-Kugel 96"/>
          <p:cNvSpPr/>
          <p:nvPr/>
        </p:nvSpPr>
        <p:spPr>
          <a:xfrm>
            <a:off x="10042190" y="3641751"/>
            <a:ext cx="340646" cy="34064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70323" h="102194" prst="circle"/>
          </a:sp3d>
        </p:spPr>
      </p:sp>
      <p:sp>
        <p:nvSpPr>
          <p:cNvPr id="33" name="3D-Kugel 97"/>
          <p:cNvSpPr/>
          <p:nvPr/>
        </p:nvSpPr>
        <p:spPr>
          <a:xfrm>
            <a:off x="9440741" y="4533065"/>
            <a:ext cx="282535" cy="28253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41268" h="84761" prst="circle"/>
          </a:sp3d>
        </p:spPr>
      </p:sp>
      <p:sp>
        <p:nvSpPr>
          <p:cNvPr id="34" name="3D-Kugel 98"/>
          <p:cNvSpPr/>
          <p:nvPr/>
        </p:nvSpPr>
        <p:spPr>
          <a:xfrm>
            <a:off x="9894823" y="5896758"/>
            <a:ext cx="264386" cy="26438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32193" h="79316" prst="circle"/>
          </a:sp3d>
        </p:spPr>
      </p:sp>
      <p:sp>
        <p:nvSpPr>
          <p:cNvPr id="35" name="3D-Kugel 99"/>
          <p:cNvSpPr/>
          <p:nvPr/>
        </p:nvSpPr>
        <p:spPr>
          <a:xfrm>
            <a:off x="9181806" y="4308101"/>
            <a:ext cx="115512" cy="115512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7756" h="34654" prst="circle"/>
          </a:sp3d>
        </p:spPr>
      </p:sp>
      <p:sp>
        <p:nvSpPr>
          <p:cNvPr id="36" name="3D-Kugel 100"/>
          <p:cNvSpPr/>
          <p:nvPr/>
        </p:nvSpPr>
        <p:spPr>
          <a:xfrm>
            <a:off x="8792325" y="2011792"/>
            <a:ext cx="250440" cy="25044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25220" h="75132" prst="circle"/>
          </a:sp3d>
        </p:spPr>
      </p:sp>
      <p:sp>
        <p:nvSpPr>
          <p:cNvPr id="37" name="3D-Kugel 101"/>
          <p:cNvSpPr/>
          <p:nvPr/>
        </p:nvSpPr>
        <p:spPr>
          <a:xfrm>
            <a:off x="10563081" y="1820259"/>
            <a:ext cx="205875" cy="20587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02938" h="61763" prst="circle"/>
          </a:sp3d>
        </p:spPr>
      </p:sp>
      <p:sp>
        <p:nvSpPr>
          <p:cNvPr id="38" name="3D-Kugel 102"/>
          <p:cNvSpPr/>
          <p:nvPr/>
        </p:nvSpPr>
        <p:spPr>
          <a:xfrm>
            <a:off x="8099880" y="6278249"/>
            <a:ext cx="103737" cy="10373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1869" h="31121" prst="circle"/>
          </a:sp3d>
        </p:spPr>
      </p:sp>
      <p:sp>
        <p:nvSpPr>
          <p:cNvPr id="39" name="3D-Kugel 103"/>
          <p:cNvSpPr/>
          <p:nvPr/>
        </p:nvSpPr>
        <p:spPr>
          <a:xfrm>
            <a:off x="10922860" y="5309062"/>
            <a:ext cx="358554" cy="35855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79277" h="107566" prst="circle"/>
          </a:sp3d>
        </p:spPr>
      </p:sp>
      <p:sp>
        <p:nvSpPr>
          <p:cNvPr id="40" name="3D-Kugel 104"/>
          <p:cNvSpPr/>
          <p:nvPr/>
        </p:nvSpPr>
        <p:spPr>
          <a:xfrm>
            <a:off x="9111892" y="2137185"/>
            <a:ext cx="214421" cy="21442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07211" h="64326" prst="circle"/>
          </a:sp3d>
        </p:spPr>
      </p:sp>
      <p:sp>
        <p:nvSpPr>
          <p:cNvPr id="41" name="3D-Kugel 105"/>
          <p:cNvSpPr/>
          <p:nvPr/>
        </p:nvSpPr>
        <p:spPr>
          <a:xfrm>
            <a:off x="7935521" y="4799035"/>
            <a:ext cx="378475" cy="37847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89238" h="113543" prst="circle"/>
          </a:sp3d>
        </p:spPr>
      </p:sp>
      <p:sp>
        <p:nvSpPr>
          <p:cNvPr id="42" name="Fotorahmen"/>
          <p:cNvSpPr/>
          <p:nvPr/>
        </p:nvSpPr>
        <p:spPr>
          <a:xfrm>
            <a:off x="8183880" y="1645920"/>
            <a:ext cx="3200400" cy="320040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355600" dist="152400" dir="5400000">
              <a:srgbClr val="1A1033">
                <a:alpha val="44000"/>
              </a:srgbClr>
            </a:outerShdw>
          </a:effectLst>
        </p:spPr>
      </p:sp>
      <p:pic>
        <p:nvPicPr>
          <p:cNvPr id="43" name="Foto Karneval" descr="photos/karneval-ru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737360"/>
            <a:ext cx="3017520" cy="3017520"/>
          </a:xfrm>
          <a:prstGeom prst="ellipse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4000" dirty="0"/>
          </a:p>
        </p:txBody>
      </p:sp>
      <p:sp>
        <p:nvSpPr>
          <p:cNvPr id="45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</a:t>
            </a:r>
            <a:endParaRPr lang="en-US" sz="5800" dirty="0"/>
          </a:p>
        </p:txBody>
      </p:sp>
      <p:sp>
        <p:nvSpPr>
          <p:cNvPr id="46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Ausgelassen feiern – bevor die Fastenzeit beginnt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Bildschatten"/>
          <p:cNvSpPr/>
          <p:nvPr/>
        </p:nvSpPr>
        <p:spPr>
          <a:xfrm>
            <a:off x="6720840" y="1600200"/>
            <a:ext cx="4892040" cy="4480560"/>
          </a:xfrm>
          <a:prstGeom prst="roundRect">
            <a:avLst>
              <a:gd name="adj" fmla="val 4490"/>
            </a:avLst>
          </a:prstGeom>
          <a:solidFill>
            <a:schemeClr val="bg1"/>
          </a:solidFill>
          <a:ln/>
          <a:effectLst>
            <a:outerShdw sx="100000" sy="100000" kx="0" ky="0" algn="bl" rotWithShape="0" blurRad="284480" dist="121920" dir="5400000">
              <a:srgbClr val="1A1033">
                <a:alpha val="35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pic>
        <p:nvPicPr>
          <p:cNvPr id="3" name="Illustration foto-karneval" descr="art/foto-karne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00200"/>
            <a:ext cx="4892040" cy="4480560"/>
          </a:xfrm>
          <a:prstGeom prst="rect">
            <a:avLst/>
          </a:prstGeom>
        </p:spPr>
      </p:pic>
      <p:sp>
        <p:nvSpPr>
          <p:cNvPr id="4" name="3D-Kugel 106"/>
          <p:cNvSpPr/>
          <p:nvPr/>
        </p:nvSpPr>
        <p:spPr>
          <a:xfrm>
            <a:off x="11906583" y="2371946"/>
            <a:ext cx="132342" cy="13234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6171" h="39703" prst="circle"/>
          </a:sp3d>
        </p:spPr>
      </p:sp>
      <p:sp>
        <p:nvSpPr>
          <p:cNvPr id="5" name="3D-Kugel 107"/>
          <p:cNvSpPr/>
          <p:nvPr/>
        </p:nvSpPr>
        <p:spPr>
          <a:xfrm>
            <a:off x="11754683" y="1491854"/>
            <a:ext cx="128434" cy="12843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4217" h="38530" prst="circle"/>
          </a:sp3d>
        </p:spPr>
      </p:sp>
      <p:sp>
        <p:nvSpPr>
          <p:cNvPr id="6" name="3D-Kugel 108"/>
          <p:cNvSpPr/>
          <p:nvPr/>
        </p:nvSpPr>
        <p:spPr>
          <a:xfrm>
            <a:off x="11872445" y="5513262"/>
            <a:ext cx="162415" cy="16241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1208" h="48725" prst="circle"/>
          </a:sp3d>
        </p:spPr>
      </p:sp>
      <p:sp>
        <p:nvSpPr>
          <p:cNvPr id="7" name="3D-Kugel 109"/>
          <p:cNvSpPr/>
          <p:nvPr/>
        </p:nvSpPr>
        <p:spPr>
          <a:xfrm>
            <a:off x="11784632" y="2093340"/>
            <a:ext cx="180944" cy="180944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90472" h="54283" prst="circle"/>
          </a:sp3d>
        </p:spPr>
      </p:sp>
      <p:sp>
        <p:nvSpPr>
          <p:cNvPr id="8" name="3D-Kugel 110"/>
          <p:cNvSpPr/>
          <p:nvPr/>
        </p:nvSpPr>
        <p:spPr>
          <a:xfrm>
            <a:off x="11943007" y="2789449"/>
            <a:ext cx="130681" cy="130681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5341" h="39204" prst="circle"/>
          </a:sp3d>
        </p:spPr>
      </p:sp>
      <p:sp>
        <p:nvSpPr>
          <p:cNvPr id="9" name="3D-Kugel 111"/>
          <p:cNvSpPr/>
          <p:nvPr/>
        </p:nvSpPr>
        <p:spPr>
          <a:xfrm>
            <a:off x="11801617" y="4794621"/>
            <a:ext cx="141167" cy="14116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0584" h="42350" prst="circle"/>
          </a:sp3d>
        </p:spPr>
      </p:sp>
      <p:sp>
        <p:nvSpPr>
          <p:cNvPr id="10" name="3D-Kugel 112"/>
          <p:cNvSpPr/>
          <p:nvPr/>
        </p:nvSpPr>
        <p:spPr>
          <a:xfrm>
            <a:off x="11834898" y="5311404"/>
            <a:ext cx="159061" cy="159061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79531" h="47718" prst="circle"/>
          </a:sp3d>
        </p:spPr>
      </p:sp>
      <p:sp>
        <p:nvSpPr>
          <p:cNvPr id="11" name="3D-Kugel 113"/>
          <p:cNvSpPr/>
          <p:nvPr/>
        </p:nvSpPr>
        <p:spPr>
          <a:xfrm>
            <a:off x="11879799" y="1583399"/>
            <a:ext cx="131024" cy="131024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5512" h="39307" prst="circle"/>
          </a:sp3d>
        </p:spPr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Woher kommen die Namen?</a:t>
            </a:r>
            <a:endParaRPr lang="en-US" sz="36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548640" y="1600200"/>
            <a:ext cx="5669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Fastnacht: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„die Nacht vor dem Fasten“ – eigentlich der Dienstag vor Aschermittwoch.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Karneval: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meist erklärt mit dem Lateinischen „carne vale“ = „Fleisch, lebe wohl!“, denn in der Fastenzeit aß man kein Fleisch.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Aber: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ganz sicher ist das nicht. Eine andere Idee ist der „carrus navalis“, ein Schiffswagen bei Frühlingsumzügen in der Antike.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Seit wann?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Das Wort „Karneval“ gibt es seit dem 17. Jahrhundert.</a:t>
            </a:r>
            <a:endParaRPr lang="en-US" sz="1800" dirty="0"/>
          </a:p>
        </p:txBody>
      </p:sp>
      <p:sp>
        <p:nvSpPr>
          <p:cNvPr id="14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Erzbistum Köln</a:t>
            </a:r>
            <a:endParaRPr lang="en-US" sz="1000" dirty="0"/>
          </a:p>
        </p:txBody>
      </p:sp>
      <p:sp>
        <p:nvSpPr>
          <p:cNvPr id="15" name="Text 0"/>
          <p:cNvSpPr/>
          <p:nvPr>
            <p:ph idx="102" hasCustomPrompt="1"/>
          </p:nvPr>
        </p:nvSpPr>
        <p:spPr>
          <a:xfrm>
            <a:off x="6720840" y="1600200"/>
            <a:ext cx="4892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1"/>
          <p:cNvSpPr/>
          <p:nvPr/>
        </p:nvSpPr>
        <p:spPr>
          <a:xfrm>
            <a:off x="54864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114"/>
          <p:cNvSpPr/>
          <p:nvPr/>
        </p:nvSpPr>
        <p:spPr>
          <a:xfrm>
            <a:off x="914400" y="1965960"/>
            <a:ext cx="1005840" cy="100584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11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802" y="2207362"/>
            <a:ext cx="523037" cy="523037"/>
          </a:xfrm>
          <a:prstGeom prst="rect">
            <a:avLst/>
          </a:prstGeom>
        </p:spPr>
      </p:pic>
      <p:sp>
        <p:nvSpPr>
          <p:cNvPr id="5" name="3D-Karte 2"/>
          <p:cNvSpPr/>
          <p:nvPr/>
        </p:nvSpPr>
        <p:spPr>
          <a:xfrm>
            <a:off x="434340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6" name="3D-Kugel Symbol 115"/>
          <p:cNvSpPr/>
          <p:nvPr/>
        </p:nvSpPr>
        <p:spPr>
          <a:xfrm>
            <a:off x="4709160" y="1965960"/>
            <a:ext cx="1005840" cy="100584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7" name="Symbol 11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562" y="2207362"/>
            <a:ext cx="523037" cy="523037"/>
          </a:xfrm>
          <a:prstGeom prst="rect">
            <a:avLst/>
          </a:prstGeom>
        </p:spPr>
      </p:pic>
      <p:sp>
        <p:nvSpPr>
          <p:cNvPr id="8" name="3D-Karte 3"/>
          <p:cNvSpPr/>
          <p:nvPr/>
        </p:nvSpPr>
        <p:spPr>
          <a:xfrm>
            <a:off x="813816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3D-Kugel Symbol 116"/>
          <p:cNvSpPr/>
          <p:nvPr/>
        </p:nvSpPr>
        <p:spPr>
          <a:xfrm>
            <a:off x="8503920" y="1965960"/>
            <a:ext cx="1005840" cy="100584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0" name="Symbol 11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5322" y="2207362"/>
            <a:ext cx="523037" cy="523037"/>
          </a:xfrm>
          <a:prstGeom prst="rect">
            <a:avLst/>
          </a:prstGeom>
        </p:spPr>
      </p:pic>
      <p:sp>
        <p:nvSpPr>
          <p:cNvPr id="11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und Fastenzeit</a:t>
            </a:r>
            <a:endParaRPr lang="en-US" sz="36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91440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Noch mal feiern</a:t>
            </a:r>
            <a:endParaRPr lang="en-US" sz="2200" dirty="0"/>
          </a:p>
        </p:txBody>
      </p:sp>
      <p:sp>
        <p:nvSpPr>
          <p:cNvPr id="13" name="Text 0"/>
          <p:cNvSpPr/>
          <p:nvPr>
            <p:ph idx="102" type="body" hasCustomPrompt="1"/>
          </p:nvPr>
        </p:nvSpPr>
        <p:spPr>
          <a:xfrm>
            <a:off x="91440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Karneval ist die Zeit direkt vor der Fastenzeit. Bevor der Verzicht beginnt, wird noch einmal gegessen, getrunken, getanzt und gefeiert.</a:t>
            </a:r>
            <a:endParaRPr lang="en-US" sz="16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470916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Rollen tauschen</a:t>
            </a:r>
            <a:endParaRPr lang="en-US" sz="2200" dirty="0"/>
          </a:p>
        </p:txBody>
      </p:sp>
      <p:sp>
        <p:nvSpPr>
          <p:cNvPr id="15" name="Text 0"/>
          <p:cNvSpPr/>
          <p:nvPr>
            <p:ph idx="104" type="body" hasCustomPrompt="1"/>
          </p:nvPr>
        </p:nvSpPr>
        <p:spPr>
          <a:xfrm>
            <a:off x="470916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Für kurze Zeit gelten die üblichen Regeln nicht. Im Kostüm schlüpft man in eine andere Rolle – das erinnert an die Gleichheit aller Menschen.</a:t>
            </a:r>
            <a:endParaRPr lang="en-US" sz="1600" dirty="0"/>
          </a:p>
        </p:txBody>
      </p:sp>
      <p:sp>
        <p:nvSpPr>
          <p:cNvPr id="16" name="Text 0"/>
          <p:cNvSpPr/>
          <p:nvPr>
            <p:ph idx="105" type="body" hasCustomPrompt="1"/>
          </p:nvPr>
        </p:nvSpPr>
        <p:spPr>
          <a:xfrm>
            <a:off x="850392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Aschermittwoch</a:t>
            </a:r>
            <a:endParaRPr lang="en-US" sz="2200" dirty="0"/>
          </a:p>
        </p:txBody>
      </p:sp>
      <p:sp>
        <p:nvSpPr>
          <p:cNvPr id="17" name="Text 0"/>
          <p:cNvSpPr/>
          <p:nvPr>
            <p:ph idx="106" type="body" hasCustomPrompt="1"/>
          </p:nvPr>
        </p:nvSpPr>
        <p:spPr>
          <a:xfrm>
            <a:off x="850392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Mit dem Aschermittwoch ist der Karneval vorbei. Jetzt beginnt die 40-tägige Fastenzeit bis Ostern.</a:t>
            </a:r>
            <a:endParaRPr lang="en-US" sz="1600" dirty="0"/>
          </a:p>
        </p:txBody>
      </p:sp>
      <p:sp>
        <p:nvSpPr>
          <p:cNvPr id="18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Erzbistum Köln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117"/>
          <p:cNvSpPr/>
          <p:nvPr/>
        </p:nvSpPr>
        <p:spPr>
          <a:xfrm>
            <a:off x="9952143" y="5645716"/>
            <a:ext cx="264907" cy="264907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32454" h="79472" prst="circle"/>
          </a:sp3d>
        </p:spPr>
      </p:sp>
      <p:sp>
        <p:nvSpPr>
          <p:cNvPr id="3" name="3D-Kugel 118"/>
          <p:cNvSpPr/>
          <p:nvPr/>
        </p:nvSpPr>
        <p:spPr>
          <a:xfrm>
            <a:off x="8162308" y="5671121"/>
            <a:ext cx="218425" cy="218425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09213" h="65528" prst="circle"/>
          </a:sp3d>
        </p:spPr>
      </p:sp>
      <p:sp>
        <p:nvSpPr>
          <p:cNvPr id="4" name="3D-Kugel 119"/>
          <p:cNvSpPr/>
          <p:nvPr/>
        </p:nvSpPr>
        <p:spPr>
          <a:xfrm>
            <a:off x="7890732" y="2792178"/>
            <a:ext cx="151581" cy="15158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5791" h="45474" prst="circle"/>
          </a:sp3d>
        </p:spPr>
      </p:sp>
      <p:sp>
        <p:nvSpPr>
          <p:cNvPr id="5" name="3D-Kugel 120"/>
          <p:cNvSpPr/>
          <p:nvPr/>
        </p:nvSpPr>
        <p:spPr>
          <a:xfrm>
            <a:off x="10858638" y="5645076"/>
            <a:ext cx="163435" cy="163435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81718" h="49031" prst="circle"/>
          </a:sp3d>
        </p:spPr>
      </p:sp>
      <p:sp>
        <p:nvSpPr>
          <p:cNvPr id="6" name="3D-Kugel 121"/>
          <p:cNvSpPr/>
          <p:nvPr/>
        </p:nvSpPr>
        <p:spPr>
          <a:xfrm>
            <a:off x="10709022" y="4595610"/>
            <a:ext cx="115302" cy="115302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57651" h="34591" prst="circle"/>
          </a:sp3d>
        </p:spPr>
      </p:sp>
      <p:sp>
        <p:nvSpPr>
          <p:cNvPr id="7" name="3D-Kugel 122"/>
          <p:cNvSpPr/>
          <p:nvPr/>
        </p:nvSpPr>
        <p:spPr>
          <a:xfrm>
            <a:off x="9037819" y="2115977"/>
            <a:ext cx="106243" cy="10624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3122" h="31873" prst="circle"/>
          </a:sp3d>
        </p:spPr>
      </p:sp>
      <p:sp>
        <p:nvSpPr>
          <p:cNvPr id="8" name="3D-Kugel 123"/>
          <p:cNvSpPr/>
          <p:nvPr/>
        </p:nvSpPr>
        <p:spPr>
          <a:xfrm>
            <a:off x="11552354" y="810433"/>
            <a:ext cx="235318" cy="235318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17659" h="70595" prst="circle"/>
          </a:sp3d>
        </p:spPr>
      </p:sp>
      <p:sp>
        <p:nvSpPr>
          <p:cNvPr id="9" name="3D-Kugel 124"/>
          <p:cNvSpPr/>
          <p:nvPr/>
        </p:nvSpPr>
        <p:spPr>
          <a:xfrm>
            <a:off x="8043429" y="3294412"/>
            <a:ext cx="126098" cy="126098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63049" h="37829" prst="circle"/>
          </a:sp3d>
        </p:spPr>
      </p:sp>
      <p:sp>
        <p:nvSpPr>
          <p:cNvPr id="10" name="3D-Kugel 125"/>
          <p:cNvSpPr/>
          <p:nvPr/>
        </p:nvSpPr>
        <p:spPr>
          <a:xfrm>
            <a:off x="8046327" y="5935985"/>
            <a:ext cx="115388" cy="11538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7694" h="34616" prst="circle"/>
          </a:sp3d>
        </p:spPr>
      </p:sp>
      <p:sp>
        <p:nvSpPr>
          <p:cNvPr id="11" name="3D-Kugel 126"/>
          <p:cNvSpPr/>
          <p:nvPr/>
        </p:nvSpPr>
        <p:spPr>
          <a:xfrm>
            <a:off x="9215346" y="4970802"/>
            <a:ext cx="302247" cy="302247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51124" h="90674" prst="circle"/>
          </a:sp3d>
        </p:spPr>
      </p:sp>
      <p:sp>
        <p:nvSpPr>
          <p:cNvPr id="12" name="3D-Kugel 127"/>
          <p:cNvSpPr/>
          <p:nvPr/>
        </p:nvSpPr>
        <p:spPr>
          <a:xfrm>
            <a:off x="9304240" y="3324126"/>
            <a:ext cx="310248" cy="310248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55124" h="93074" prst="circle"/>
          </a:sp3d>
        </p:spPr>
      </p:sp>
      <p:sp>
        <p:nvSpPr>
          <p:cNvPr id="13" name="3D-Kugel 128"/>
          <p:cNvSpPr/>
          <p:nvPr/>
        </p:nvSpPr>
        <p:spPr>
          <a:xfrm>
            <a:off x="9969786" y="3372883"/>
            <a:ext cx="238451" cy="23845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9226" h="71535" prst="circle"/>
          </a:sp3d>
        </p:spPr>
      </p:sp>
      <p:sp>
        <p:nvSpPr>
          <p:cNvPr id="14" name="3D-Kugel 129"/>
          <p:cNvSpPr/>
          <p:nvPr/>
        </p:nvSpPr>
        <p:spPr>
          <a:xfrm>
            <a:off x="8848022" y="1526833"/>
            <a:ext cx="185916" cy="185916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92958" h="55775" prst="circle"/>
          </a:sp3d>
        </p:spPr>
      </p:sp>
      <p:sp>
        <p:nvSpPr>
          <p:cNvPr id="15" name="3D-Kugel 130"/>
          <p:cNvSpPr/>
          <p:nvPr/>
        </p:nvSpPr>
        <p:spPr>
          <a:xfrm>
            <a:off x="11531244" y="319685"/>
            <a:ext cx="251702" cy="251702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25851" h="75511" prst="circle"/>
          </a:sp3d>
        </p:spPr>
      </p:sp>
      <p:sp>
        <p:nvSpPr>
          <p:cNvPr id="16" name="3D-Kugel 131"/>
          <p:cNvSpPr/>
          <p:nvPr/>
        </p:nvSpPr>
        <p:spPr>
          <a:xfrm>
            <a:off x="7851230" y="2293810"/>
            <a:ext cx="297126" cy="297126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8563" h="89138" prst="circle"/>
          </a:sp3d>
        </p:spPr>
      </p:sp>
      <p:sp>
        <p:nvSpPr>
          <p:cNvPr id="17" name="3D-Kugel 132"/>
          <p:cNvSpPr/>
          <p:nvPr/>
        </p:nvSpPr>
        <p:spPr>
          <a:xfrm>
            <a:off x="11368675" y="3989250"/>
            <a:ext cx="183504" cy="183504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91752" h="55051" prst="circle"/>
          </a:sp3d>
        </p:spPr>
      </p:sp>
      <p:sp>
        <p:nvSpPr>
          <p:cNvPr id="18" name="3D-Kugel 133"/>
          <p:cNvSpPr/>
          <p:nvPr/>
        </p:nvSpPr>
        <p:spPr>
          <a:xfrm>
            <a:off x="7719701" y="1703481"/>
            <a:ext cx="247639" cy="247639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23820" h="74292" prst="circle"/>
          </a:sp3d>
        </p:spPr>
      </p:sp>
      <p:sp>
        <p:nvSpPr>
          <p:cNvPr id="19" name="3D-Kugel 134"/>
          <p:cNvSpPr/>
          <p:nvPr/>
        </p:nvSpPr>
        <p:spPr>
          <a:xfrm>
            <a:off x="10707544" y="4243425"/>
            <a:ext cx="113104" cy="1131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6552" h="33931" prst="circle"/>
          </a:sp3d>
        </p:spPr>
      </p:sp>
      <p:sp>
        <p:nvSpPr>
          <p:cNvPr id="20" name="3D-Kugel 135"/>
          <p:cNvSpPr/>
          <p:nvPr/>
        </p:nvSpPr>
        <p:spPr>
          <a:xfrm>
            <a:off x="9816976" y="1745023"/>
            <a:ext cx="116702" cy="11670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58351" h="35011" prst="circle"/>
          </a:sp3d>
        </p:spPr>
      </p:sp>
      <p:sp>
        <p:nvSpPr>
          <p:cNvPr id="21" name="3D-Kugel 136"/>
          <p:cNvSpPr/>
          <p:nvPr/>
        </p:nvSpPr>
        <p:spPr>
          <a:xfrm>
            <a:off x="10848410" y="3017643"/>
            <a:ext cx="119751" cy="119751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59876" h="35925" prst="circle"/>
          </a:sp3d>
        </p:spPr>
      </p:sp>
      <p:sp>
        <p:nvSpPr>
          <p:cNvPr id="22" name="3D-Kugel 137"/>
          <p:cNvSpPr/>
          <p:nvPr/>
        </p:nvSpPr>
        <p:spPr>
          <a:xfrm>
            <a:off x="11325051" y="4380101"/>
            <a:ext cx="221308" cy="22130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0654" h="66392" prst="circle"/>
          </a:sp3d>
        </p:spPr>
      </p:sp>
      <p:sp>
        <p:nvSpPr>
          <p:cNvPr id="23" name="3D-Kugel 138"/>
          <p:cNvSpPr/>
          <p:nvPr/>
        </p:nvSpPr>
        <p:spPr>
          <a:xfrm>
            <a:off x="9081953" y="2369884"/>
            <a:ext cx="282692" cy="28269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41346" h="84808" prst="circle"/>
          </a:sp3d>
        </p:spPr>
      </p:sp>
      <p:sp>
        <p:nvSpPr>
          <p:cNvPr id="24" name="3D-Kugel Kapitelsymbol"/>
          <p:cNvSpPr/>
          <p:nvPr/>
        </p:nvSpPr>
        <p:spPr>
          <a:xfrm>
            <a:off x="8412480" y="1874520"/>
            <a:ext cx="2743200" cy="274320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355600" dist="152400" dir="5400000">
              <a:srgbClr val="1A1033">
                <a:alpha val="440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371600" h="822960" prst="circle"/>
          </a:sp3d>
        </p:spPr>
      </p:sp>
      <p:pic>
        <p:nvPicPr>
          <p:cNvPr id="25" name="Kapitelsymbo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0" y="2423160"/>
            <a:ext cx="1645920" cy="164592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4000" dirty="0"/>
          </a:p>
        </p:txBody>
      </p:sp>
      <p:sp>
        <p:nvSpPr>
          <p:cNvPr id="27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Fastenzeit</a:t>
            </a:r>
            <a:endParaRPr lang="en-US" sz="58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Der Weg von Aschermittwoch bis Ostersonntag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eitlinie"/>
          <p:cNvSpPr/>
          <p:nvPr/>
        </p:nvSpPr>
        <p:spPr>
          <a:xfrm>
            <a:off x="1931670" y="2331720"/>
            <a:ext cx="829818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dash"/>
          </a:ln>
        </p:spPr>
      </p:sp>
      <p:sp>
        <p:nvSpPr>
          <p:cNvPr id="3" name="3D-Kugel Symbol 139"/>
          <p:cNvSpPr/>
          <p:nvPr/>
        </p:nvSpPr>
        <p:spPr>
          <a:xfrm>
            <a:off x="1474470" y="1874520"/>
            <a:ext cx="914400" cy="91440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4" name="Symbol 13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3926" y="2093976"/>
            <a:ext cx="475488" cy="475488"/>
          </a:xfrm>
          <a:prstGeom prst="rect">
            <a:avLst/>
          </a:prstGeom>
        </p:spPr>
      </p:pic>
      <p:sp>
        <p:nvSpPr>
          <p:cNvPr id="5" name="Station 1"/>
          <p:cNvSpPr txBox="1"/>
          <p:nvPr/>
        </p:nvSpPr>
        <p:spPr>
          <a:xfrm>
            <a:off x="64008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Aschermittwoch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&amp; Fastenzeit</a:t>
            </a:r>
            <a:endParaRPr lang="en-US" sz="1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5836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Ende des Karnevals. Im Gottesdienst gibt es ein Kreuz aus Asche auf die Stirn. Dann folgen 40 Tage Verzicht als Vorbereitung auf Ostern.</a:t>
            </a:r>
            <a:endParaRPr lang="en-US" sz="1500" dirty="0"/>
          </a:p>
        </p:txBody>
      </p:sp>
      <p:sp>
        <p:nvSpPr>
          <p:cNvPr id="7" name="3D-Kugel Symbol 140"/>
          <p:cNvSpPr/>
          <p:nvPr/>
        </p:nvSpPr>
        <p:spPr>
          <a:xfrm>
            <a:off x="4240530" y="1874520"/>
            <a:ext cx="914400" cy="914400"/>
          </a:xfrm>
          <a:prstGeom prst="ellipse">
            <a:avLst/>
          </a:prstGeom>
          <a:solidFill>
            <a:schemeClr val="accent4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8" name="Symbol 14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986" y="2093976"/>
            <a:ext cx="475488" cy="475488"/>
          </a:xfrm>
          <a:prstGeom prst="rect">
            <a:avLst/>
          </a:prstGeom>
        </p:spPr>
      </p:pic>
      <p:sp>
        <p:nvSpPr>
          <p:cNvPr id="9" name="Station 2"/>
          <p:cNvSpPr txBox="1"/>
          <p:nvPr/>
        </p:nvSpPr>
        <p:spPr>
          <a:xfrm>
            <a:off x="340614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Karwoche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ab Palmsonntag</a:t>
            </a:r>
            <a:endParaRPr lang="en-US" sz="1800" dirty="0"/>
          </a:p>
        </p:txBody>
      </p:sp>
      <p:sp>
        <p:nvSpPr>
          <p:cNvPr id="10" name="Text 0"/>
          <p:cNvSpPr/>
          <p:nvPr>
            <p:ph idx="102" type="body" hasCustomPrompt="1"/>
          </p:nvPr>
        </p:nvSpPr>
        <p:spPr>
          <a:xfrm>
            <a:off x="342442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Jesus zieht auf einem Esel in Jerusalem ein und wird bejubelt. „Kar“ heißt Klage oder Trauer: Christen denken an sein Leiden.</a:t>
            </a:r>
            <a:endParaRPr lang="en-US" sz="1500" dirty="0"/>
          </a:p>
        </p:txBody>
      </p:sp>
      <p:sp>
        <p:nvSpPr>
          <p:cNvPr id="11" name="3D-Kugel Symbol 141"/>
          <p:cNvSpPr/>
          <p:nvPr/>
        </p:nvSpPr>
        <p:spPr>
          <a:xfrm>
            <a:off x="7006590" y="1874520"/>
            <a:ext cx="914400" cy="9144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12" name="Symbol 14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6046" y="2093976"/>
            <a:ext cx="475488" cy="475488"/>
          </a:xfrm>
          <a:prstGeom prst="rect">
            <a:avLst/>
          </a:prstGeom>
        </p:spPr>
      </p:pic>
      <p:sp>
        <p:nvSpPr>
          <p:cNvPr id="13" name="Station 3"/>
          <p:cNvSpPr txBox="1"/>
          <p:nvPr/>
        </p:nvSpPr>
        <p:spPr>
          <a:xfrm>
            <a:off x="617220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Gründonnerstag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&amp; Karfreitag</a:t>
            </a:r>
            <a:endParaRPr lang="en-US" sz="18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619048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Gründonnerstag: letztes Abendmahl mit den Jüngern. Karfreitag: Kreuzigung und Tod Jesu – Gottesdienste um 15 Uhr.</a:t>
            </a:r>
            <a:endParaRPr lang="en-US" sz="1500" dirty="0"/>
          </a:p>
        </p:txBody>
      </p:sp>
      <p:sp>
        <p:nvSpPr>
          <p:cNvPr id="15" name="3D-Kugel Symbol 142"/>
          <p:cNvSpPr/>
          <p:nvPr/>
        </p:nvSpPr>
        <p:spPr>
          <a:xfrm>
            <a:off x="9772650" y="1874520"/>
            <a:ext cx="914400" cy="9144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16" name="Symbol 14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2106" y="2093976"/>
            <a:ext cx="475488" cy="475488"/>
          </a:xfrm>
          <a:prstGeom prst="rect">
            <a:avLst/>
          </a:prstGeom>
        </p:spPr>
      </p:pic>
      <p:sp>
        <p:nvSpPr>
          <p:cNvPr id="17" name="Station 4"/>
          <p:cNvSpPr txBox="1"/>
          <p:nvPr/>
        </p:nvSpPr>
        <p:spPr>
          <a:xfrm>
            <a:off x="893826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Ostersonntag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Auferstehung</a:t>
            </a:r>
            <a:endParaRPr lang="en-US" sz="1800" dirty="0"/>
          </a:p>
        </p:txBody>
      </p:sp>
      <p:sp>
        <p:nvSpPr>
          <p:cNvPr id="18" name="Text 0"/>
          <p:cNvSpPr/>
          <p:nvPr>
            <p:ph idx="104" type="body" hasCustomPrompt="1"/>
          </p:nvPr>
        </p:nvSpPr>
        <p:spPr>
          <a:xfrm>
            <a:off x="895654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Christen feiern, dass Jesus von den Toten auferstanden ist. Das höchste Fest im Christentum.</a:t>
            </a:r>
            <a:endParaRPr lang="en-US" sz="1500" dirty="0"/>
          </a:p>
        </p:txBody>
      </p:sp>
      <p:sp>
        <p:nvSpPr>
          <p:cNvPr id="19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Von Aschermittwoch bis Ostersonntag</a:t>
            </a:r>
            <a:endParaRPr lang="en-US" sz="3600" dirty="0"/>
          </a:p>
        </p:txBody>
      </p:sp>
      <p:sp>
        <p:nvSpPr>
          <p:cNvPr id="20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Quellen: Erzbistum Köln; ZDFheute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torahmen"/>
          <p:cNvSpPr/>
          <p:nvPr/>
        </p:nvSpPr>
        <p:spPr>
          <a:xfrm>
            <a:off x="640080" y="1463040"/>
            <a:ext cx="3474720" cy="347472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355600" dist="152400" dir="5400000">
              <a:srgbClr val="1A1033">
                <a:alpha val="44000"/>
              </a:srgbClr>
            </a:outerShdw>
          </a:effectLst>
        </p:spPr>
      </p:sp>
      <p:pic>
        <p:nvPicPr>
          <p:cNvPr id="3" name="Foto Ostereier" descr="photos/ostern-ru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3291840" cy="3291840"/>
          </a:xfrm>
          <a:prstGeom prst="ellipse">
            <a:avLst/>
          </a:prstGeom>
        </p:spPr>
      </p:pic>
      <p:sp>
        <p:nvSpPr>
          <p:cNvPr id="4" name="3D-Ei 143"/>
          <p:cNvSpPr/>
          <p:nvPr/>
        </p:nvSpPr>
        <p:spPr>
          <a:xfrm rot="-840000">
            <a:off x="411480" y="4572000"/>
            <a:ext cx="1005840" cy="1307592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sp>
        <p:nvSpPr>
          <p:cNvPr id="5" name="Glanzlicht 144"/>
          <p:cNvSpPr/>
          <p:nvPr/>
        </p:nvSpPr>
        <p:spPr>
          <a:xfrm rot="-2640000">
            <a:off x="612648" y="4702759"/>
            <a:ext cx="321869" cy="261518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6" name="3D-Ei 145"/>
          <p:cNvSpPr/>
          <p:nvPr/>
        </p:nvSpPr>
        <p:spPr>
          <a:xfrm rot="600000">
            <a:off x="3429000" y="4800600"/>
            <a:ext cx="731520" cy="950976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65760" h="219456" prst="circle"/>
          </a:sp3d>
        </p:spPr>
      </p:sp>
      <p:sp>
        <p:nvSpPr>
          <p:cNvPr id="7" name="Glanzlicht 146"/>
          <p:cNvSpPr/>
          <p:nvPr/>
        </p:nvSpPr>
        <p:spPr>
          <a:xfrm rot="-1200000">
            <a:off x="3575304" y="4895698"/>
            <a:ext cx="234086" cy="19019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8" name="3D-Kugel Sonnenaufgang"/>
          <p:cNvSpPr/>
          <p:nvPr/>
        </p:nvSpPr>
        <p:spPr>
          <a:xfrm>
            <a:off x="3246120" y="960120"/>
            <a:ext cx="1188720" cy="118872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94360" h="356616" prst="circle"/>
          </a:sp3d>
        </p:spPr>
      </p:sp>
      <p:pic>
        <p:nvPicPr>
          <p:cNvPr id="9" name="Sonnenaufgan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008" y="1207008"/>
            <a:ext cx="694944" cy="694944"/>
          </a:xfrm>
          <a:prstGeom prst="rect">
            <a:avLst/>
          </a:prstGeom>
        </p:spPr>
      </p:pic>
      <p:sp>
        <p:nvSpPr>
          <p:cNvPr id="10" name="3D-Kugel 147"/>
          <p:cNvSpPr/>
          <p:nvPr/>
        </p:nvSpPr>
        <p:spPr>
          <a:xfrm>
            <a:off x="1665496" y="1009509"/>
            <a:ext cx="118293" cy="11829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9147" h="35488" prst="circle"/>
          </a:sp3d>
        </p:spPr>
      </p:sp>
      <p:sp>
        <p:nvSpPr>
          <p:cNvPr id="11" name="3D-Kugel 148"/>
          <p:cNvSpPr/>
          <p:nvPr/>
        </p:nvSpPr>
        <p:spPr>
          <a:xfrm>
            <a:off x="659931" y="2058287"/>
            <a:ext cx="168806" cy="168806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84403" h="50642" prst="circle"/>
          </a:sp3d>
        </p:spPr>
      </p:sp>
      <p:sp>
        <p:nvSpPr>
          <p:cNvPr id="12" name="3D-Kugel 149"/>
          <p:cNvSpPr/>
          <p:nvPr/>
        </p:nvSpPr>
        <p:spPr>
          <a:xfrm>
            <a:off x="3456994" y="6034102"/>
            <a:ext cx="130674" cy="13067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5337" h="39202" prst="circle"/>
          </a:sp3d>
        </p:spPr>
      </p:sp>
      <p:sp>
        <p:nvSpPr>
          <p:cNvPr id="13" name="3D-Kugel 150"/>
          <p:cNvSpPr/>
          <p:nvPr/>
        </p:nvSpPr>
        <p:spPr>
          <a:xfrm>
            <a:off x="3997286" y="3106128"/>
            <a:ext cx="159343" cy="15934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9672" h="47803" prst="circle"/>
          </a:sp3d>
        </p:spPr>
      </p:sp>
      <p:sp>
        <p:nvSpPr>
          <p:cNvPr id="14" name="3D-Kugel 151"/>
          <p:cNvSpPr/>
          <p:nvPr/>
        </p:nvSpPr>
        <p:spPr>
          <a:xfrm>
            <a:off x="3893725" y="2060629"/>
            <a:ext cx="190807" cy="190807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95404" h="57242" prst="circle"/>
          </a:sp3d>
        </p:spPr>
      </p:sp>
      <p:sp>
        <p:nvSpPr>
          <p:cNvPr id="15" name="3D-Kugel 152"/>
          <p:cNvSpPr/>
          <p:nvPr/>
        </p:nvSpPr>
        <p:spPr>
          <a:xfrm>
            <a:off x="1011048" y="5459500"/>
            <a:ext cx="161056" cy="16105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528" h="48317" prst="circle"/>
          </a:sp3d>
        </p:spPr>
      </p:sp>
      <p:sp>
        <p:nvSpPr>
          <p:cNvPr id="16" name="3D-Kugel 153"/>
          <p:cNvSpPr/>
          <p:nvPr/>
        </p:nvSpPr>
        <p:spPr>
          <a:xfrm>
            <a:off x="608373" y="3565120"/>
            <a:ext cx="115812" cy="115812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7906" h="34744" prst="circle"/>
          </a:sp3d>
        </p:spPr>
      </p:sp>
      <p:sp>
        <p:nvSpPr>
          <p:cNvPr id="17" name="3D-Kugel 154"/>
          <p:cNvSpPr/>
          <p:nvPr/>
        </p:nvSpPr>
        <p:spPr>
          <a:xfrm>
            <a:off x="507686" y="5070709"/>
            <a:ext cx="100793" cy="100793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50397" h="30238" prst="circle"/>
          </a:sp3d>
        </p:spPr>
      </p:sp>
      <p:sp>
        <p:nvSpPr>
          <p:cNvPr id="18" name="3D-Kugel 155"/>
          <p:cNvSpPr/>
          <p:nvPr/>
        </p:nvSpPr>
        <p:spPr>
          <a:xfrm>
            <a:off x="2281777" y="6321554"/>
            <a:ext cx="161721" cy="16172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861" h="48516" prst="circle"/>
          </a:sp3d>
        </p:spPr>
      </p:sp>
      <p:sp>
        <p:nvSpPr>
          <p:cNvPr id="19" name="3D-Kugel 156"/>
          <p:cNvSpPr/>
          <p:nvPr/>
        </p:nvSpPr>
        <p:spPr>
          <a:xfrm>
            <a:off x="3768158" y="3869777"/>
            <a:ext cx="124858" cy="12485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62429" h="37457" prst="circle"/>
          </a:sp3d>
        </p:spPr>
      </p:sp>
      <p:sp>
        <p:nvSpPr>
          <p:cNvPr id="20" name="3D-Kugel 157"/>
          <p:cNvSpPr/>
          <p:nvPr/>
        </p:nvSpPr>
        <p:spPr>
          <a:xfrm>
            <a:off x="2676262" y="6328956"/>
            <a:ext cx="145654" cy="145654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72827" h="43696" prst="circle"/>
          </a:sp3d>
        </p:spPr>
      </p:sp>
      <p:sp>
        <p:nvSpPr>
          <p:cNvPr id="21" name="3D-Kugel 158"/>
          <p:cNvSpPr/>
          <p:nvPr/>
        </p:nvSpPr>
        <p:spPr>
          <a:xfrm>
            <a:off x="646545" y="3983251"/>
            <a:ext cx="160099" cy="16009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050" h="48030" prst="circle"/>
          </a:sp3d>
        </p:spPr>
      </p:sp>
      <p:sp>
        <p:nvSpPr>
          <p:cNvPr id="22" name="Text 18"/>
          <p:cNvSpPr txBox="1"/>
          <p:nvPr/>
        </p:nvSpPr>
        <p:spPr>
          <a:xfrm>
            <a:off x="466344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4000" dirty="0"/>
          </a:p>
        </p:txBody>
      </p:sp>
      <p:sp>
        <p:nvSpPr>
          <p:cNvPr id="23" name="Text 0"/>
          <p:cNvSpPr/>
          <p:nvPr>
            <p:ph idx="100" type="title" hasCustomPrompt="1"/>
          </p:nvPr>
        </p:nvSpPr>
        <p:spPr>
          <a:xfrm>
            <a:off x="466344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Ostern</a:t>
            </a:r>
            <a:endParaRPr lang="en-US" sz="58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466344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Das Fest der Auferstehung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Bildschatten"/>
          <p:cNvSpPr/>
          <p:nvPr/>
        </p:nvSpPr>
        <p:spPr>
          <a:xfrm>
            <a:off x="548640" y="1600200"/>
            <a:ext cx="4892040" cy="4480560"/>
          </a:xfrm>
          <a:prstGeom prst="roundRect">
            <a:avLst>
              <a:gd name="adj" fmla="val 4490"/>
            </a:avLst>
          </a:prstGeom>
          <a:solidFill>
            <a:schemeClr val="bg1"/>
          </a:solidFill>
          <a:ln/>
          <a:effectLst>
            <a:outerShdw sx="100000" sy="100000" kx="0" ky="0" algn="bl" rotWithShape="0" blurRad="284480" dist="121920" dir="5400000">
              <a:srgbClr val="1A1033">
                <a:alpha val="35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pic>
        <p:nvPicPr>
          <p:cNvPr id="3" name="Illustration foto-ostern" descr="art/foto-oste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4892040" cy="4480560"/>
          </a:xfrm>
          <a:prstGeom prst="rect">
            <a:avLst/>
          </a:prstGeom>
        </p:spPr>
      </p:pic>
      <p:sp>
        <p:nvSpPr>
          <p:cNvPr id="4" name="3D-Ei 159"/>
          <p:cNvSpPr/>
          <p:nvPr/>
        </p:nvSpPr>
        <p:spPr>
          <a:xfrm rot="600000">
            <a:off x="11567160" y="1600200"/>
            <a:ext cx="411480" cy="534924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205740" h="123444" prst="circle"/>
          </a:sp3d>
        </p:spPr>
      </p:sp>
      <p:sp>
        <p:nvSpPr>
          <p:cNvPr id="5" name="Glanzlicht 160"/>
          <p:cNvSpPr/>
          <p:nvPr/>
        </p:nvSpPr>
        <p:spPr>
          <a:xfrm rot="-1200000">
            <a:off x="11649456" y="1653692"/>
            <a:ext cx="131674" cy="10698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6" name="3D-Ei 161"/>
          <p:cNvSpPr/>
          <p:nvPr/>
        </p:nvSpPr>
        <p:spPr>
          <a:xfrm rot="-600000">
            <a:off x="11704320" y="2240280"/>
            <a:ext cx="310896" cy="404165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55448" h="93269" prst="circle"/>
          </a:sp3d>
        </p:spPr>
      </p:sp>
      <p:sp>
        <p:nvSpPr>
          <p:cNvPr id="7" name="Glanzlicht 162"/>
          <p:cNvSpPr/>
          <p:nvPr/>
        </p:nvSpPr>
        <p:spPr>
          <a:xfrm rot="-2400000">
            <a:off x="11766499" y="2280696"/>
            <a:ext cx="99487" cy="8083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8" name="3D-Ei 163"/>
          <p:cNvSpPr/>
          <p:nvPr/>
        </p:nvSpPr>
        <p:spPr>
          <a:xfrm rot="480000">
            <a:off x="11567160" y="2743200"/>
            <a:ext cx="274320" cy="356616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37160" h="82296" prst="circle"/>
          </a:sp3d>
        </p:spPr>
      </p:sp>
      <p:sp>
        <p:nvSpPr>
          <p:cNvPr id="9" name="Glanzlicht 164"/>
          <p:cNvSpPr/>
          <p:nvPr/>
        </p:nvSpPr>
        <p:spPr>
          <a:xfrm rot="-1320000">
            <a:off x="11622024" y="2778862"/>
            <a:ext cx="87782" cy="7132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Was feiern Christen an Ostern?</a:t>
            </a:r>
            <a:endParaRPr lang="en-US" sz="3600" dirty="0"/>
          </a:p>
        </p:txBody>
      </p:sp>
      <p:sp>
        <p:nvSpPr>
          <p:cNvPr id="11" name="Text 0"/>
          <p:cNvSpPr/>
          <p:nvPr>
            <p:ph idx="102" type="body" hasCustomPrompt="1"/>
          </p:nvPr>
        </p:nvSpPr>
        <p:spPr>
          <a:xfrm>
            <a:off x="5943600" y="1600200"/>
            <a:ext cx="5669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Das wichtigste Fest: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Ostern ist das älteste und höchste Fest der Christen.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Auferstehung: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Jesus starb am Kreuz – Christen glauben, dass er von den Toten auferstanden ist.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Hoffnung: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Der Tod hat nicht das letzte Wort. Ostern steht für neues Leben.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Beweglicher Feiertag: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immer der Sonntag nach dem ersten Vollmond im Frühling.</a:t>
            </a:r>
            <a:endParaRPr lang="en-US" sz="1800" dirty="0"/>
          </a:p>
        </p:txBody>
      </p:sp>
      <p:sp>
        <p:nvSpPr>
          <p:cNvPr id="12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ZDFheute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1" hasCustomPrompt="1"/>
          </p:nvPr>
        </p:nvSpPr>
        <p:spPr>
          <a:xfrm>
            <a:off x="548640" y="1600200"/>
            <a:ext cx="4892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eitlinie"/>
          <p:cNvSpPr/>
          <p:nvPr/>
        </p:nvSpPr>
        <p:spPr>
          <a:xfrm>
            <a:off x="1655064" y="2514600"/>
            <a:ext cx="8851392" cy="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3" name="3D-Ei 165"/>
          <p:cNvSpPr/>
          <p:nvPr/>
        </p:nvSpPr>
        <p:spPr>
          <a:xfrm>
            <a:off x="1271016" y="2011680"/>
            <a:ext cx="768096" cy="998525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4" name="Glanzlicht 166"/>
          <p:cNvSpPr/>
          <p:nvPr/>
        </p:nvSpPr>
        <p:spPr>
          <a:xfrm rot="-1800000">
            <a:off x="1424635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1016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ag 1"/>
          <p:cNvSpPr txBox="1"/>
          <p:nvPr/>
        </p:nvSpPr>
        <p:spPr>
          <a:xfrm>
            <a:off x="594360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Palmsonntag</a:t>
            </a:r>
            <a:endParaRPr lang="en-US" sz="17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58368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Einzug Jesu in Jerusalem auf einem Esel. Die Menschen jubeln ihm zu.</a:t>
            </a:r>
            <a:endParaRPr lang="en-US" sz="1400" dirty="0"/>
          </a:p>
        </p:txBody>
      </p:sp>
      <p:sp>
        <p:nvSpPr>
          <p:cNvPr id="8" name="3D-Ei 167"/>
          <p:cNvSpPr/>
          <p:nvPr/>
        </p:nvSpPr>
        <p:spPr>
          <a:xfrm>
            <a:off x="3483864" y="2011680"/>
            <a:ext cx="768096" cy="998525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9" name="Glanzlicht 168"/>
          <p:cNvSpPr/>
          <p:nvPr/>
        </p:nvSpPr>
        <p:spPr>
          <a:xfrm rot="-1800000">
            <a:off x="3637483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83864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ag 2"/>
          <p:cNvSpPr txBox="1"/>
          <p:nvPr/>
        </p:nvSpPr>
        <p:spPr>
          <a:xfrm>
            <a:off x="2807208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Gründonnerstag</a:t>
            </a:r>
            <a:endParaRPr lang="en-US" sz="17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2871216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Letztes Abendmahl mit den Jüngern. „Grün“ kommt wohl von einem alten Wort für Weinen.</a:t>
            </a:r>
            <a:endParaRPr lang="en-US" sz="1400" dirty="0"/>
          </a:p>
        </p:txBody>
      </p:sp>
      <p:sp>
        <p:nvSpPr>
          <p:cNvPr id="13" name="3D-Ei 169"/>
          <p:cNvSpPr/>
          <p:nvPr/>
        </p:nvSpPr>
        <p:spPr>
          <a:xfrm>
            <a:off x="5696712" y="2011680"/>
            <a:ext cx="768096" cy="998525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14" name="Glanzlicht 170"/>
          <p:cNvSpPr/>
          <p:nvPr/>
        </p:nvSpPr>
        <p:spPr>
          <a:xfrm rot="-1800000">
            <a:off x="5850331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96712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ag 3"/>
          <p:cNvSpPr txBox="1"/>
          <p:nvPr/>
        </p:nvSpPr>
        <p:spPr>
          <a:xfrm>
            <a:off x="5020056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Karfreitag</a:t>
            </a:r>
            <a:endParaRPr lang="en-US" sz="1700" dirty="0"/>
          </a:p>
        </p:txBody>
      </p:sp>
      <p:sp>
        <p:nvSpPr>
          <p:cNvPr id="17" name="Text 0"/>
          <p:cNvSpPr/>
          <p:nvPr>
            <p:ph idx="103" type="body" hasCustomPrompt="1"/>
          </p:nvPr>
        </p:nvSpPr>
        <p:spPr>
          <a:xfrm>
            <a:off x="5084064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Kreuzigung und Tod Jesu. Strenger Fast- und Bußtag.</a:t>
            </a:r>
            <a:endParaRPr lang="en-US" sz="1400" dirty="0"/>
          </a:p>
        </p:txBody>
      </p:sp>
      <p:sp>
        <p:nvSpPr>
          <p:cNvPr id="18" name="3D-Ei 171"/>
          <p:cNvSpPr/>
          <p:nvPr/>
        </p:nvSpPr>
        <p:spPr>
          <a:xfrm>
            <a:off x="7909560" y="2011680"/>
            <a:ext cx="768096" cy="998525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19" name="Glanzlicht 172"/>
          <p:cNvSpPr/>
          <p:nvPr/>
        </p:nvSpPr>
        <p:spPr>
          <a:xfrm rot="-1800000">
            <a:off x="8063179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909560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ag 4"/>
          <p:cNvSpPr txBox="1"/>
          <p:nvPr/>
        </p:nvSpPr>
        <p:spPr>
          <a:xfrm>
            <a:off x="7232904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Karsamstag</a:t>
            </a:r>
            <a:endParaRPr lang="en-US" sz="1700" dirty="0"/>
          </a:p>
        </p:txBody>
      </p:sp>
      <p:sp>
        <p:nvSpPr>
          <p:cNvPr id="22" name="Text 0"/>
          <p:cNvSpPr/>
          <p:nvPr>
            <p:ph idx="104" type="body" hasCustomPrompt="1"/>
          </p:nvPr>
        </p:nvSpPr>
        <p:spPr>
          <a:xfrm>
            <a:off x="7296912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Tag der Grabesruhe Jesu.</a:t>
            </a:r>
            <a:endParaRPr lang="en-US" sz="1400" dirty="0"/>
          </a:p>
        </p:txBody>
      </p:sp>
      <p:sp>
        <p:nvSpPr>
          <p:cNvPr id="23" name="3D-Ei 173"/>
          <p:cNvSpPr/>
          <p:nvPr/>
        </p:nvSpPr>
        <p:spPr>
          <a:xfrm>
            <a:off x="10122408" y="2011680"/>
            <a:ext cx="768096" cy="998525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24" name="Glanzlicht 174"/>
          <p:cNvSpPr/>
          <p:nvPr/>
        </p:nvSpPr>
        <p:spPr>
          <a:xfrm rot="-1800000">
            <a:off x="10276027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122408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ag 5"/>
          <p:cNvSpPr txBox="1"/>
          <p:nvPr/>
        </p:nvSpPr>
        <p:spPr>
          <a:xfrm>
            <a:off x="9445752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Ostersonntag</a:t>
            </a:r>
            <a:endParaRPr lang="en-US" sz="1700" dirty="0"/>
          </a:p>
        </p:txBody>
      </p:sp>
      <p:sp>
        <p:nvSpPr>
          <p:cNvPr id="27" name="Text 0"/>
          <p:cNvSpPr/>
          <p:nvPr>
            <p:ph idx="105" type="body" hasCustomPrompt="1"/>
          </p:nvPr>
        </p:nvSpPr>
        <p:spPr>
          <a:xfrm>
            <a:off x="9509760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Auferstehung Jesu – Höhepunkt des Kirchenjahres.</a:t>
            </a:r>
            <a:endParaRPr lang="en-US" sz="1400" dirty="0"/>
          </a:p>
        </p:txBody>
      </p:sp>
      <p:sp>
        <p:nvSpPr>
          <p:cNvPr id="28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Die Karwoche im Detail</a:t>
            </a:r>
            <a:endParaRPr lang="en-US" sz="3600" dirty="0"/>
          </a:p>
        </p:txBody>
      </p:sp>
      <p:sp>
        <p:nvSpPr>
          <p:cNvPr id="29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ZDFheute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Osterei"/>
          <p:cNvSpPr/>
          <p:nvPr/>
        </p:nvSpPr>
        <p:spPr>
          <a:xfrm>
            <a:off x="54864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accent6"/>
          </a:solidFill>
          <a:ln/>
          <a:effectLst>
            <a:outerShdw sx="100000" sy="100000" kx="0" ky="0" algn="bl" rotWithShape="0" blurRad="231140" dist="99060" dir="5400000">
              <a:srgbClr val="1A1033">
                <a:alpha val="286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Ei 175"/>
          <p:cNvSpPr/>
          <p:nvPr/>
        </p:nvSpPr>
        <p:spPr>
          <a:xfrm>
            <a:off x="914400" y="1783080"/>
            <a:ext cx="685800" cy="89154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4" name="Glanzlicht 176"/>
          <p:cNvSpPr/>
          <p:nvPr/>
        </p:nvSpPr>
        <p:spPr>
          <a:xfrm rot="-1800000">
            <a:off x="1051560" y="1872234"/>
            <a:ext cx="219456" cy="178308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pic>
        <p:nvPicPr>
          <p:cNvPr id="5" name="Symbol Ostere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659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Osterei</a:t>
            </a:r>
            <a:endParaRPr lang="en-US" sz="2600" dirty="0"/>
          </a:p>
        </p:txBody>
      </p:sp>
      <p:sp>
        <p:nvSpPr>
          <p:cNvPr id="7" name="3D-Karte Etikett Osterei"/>
          <p:cNvSpPr/>
          <p:nvPr/>
        </p:nvSpPr>
        <p:spPr>
          <a:xfrm>
            <a:off x="3931920" y="1938528"/>
            <a:ext cx="1691640" cy="42062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88900" dist="38100" dir="5400000">
              <a:srgbClr val="1A1033">
                <a:alpha val="11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50475" h="25237" prst="softRound"/>
          </a:sp3d>
        </p:spPr>
      </p:sp>
      <p:sp>
        <p:nvSpPr>
          <p:cNvPr id="8" name="Text 5"/>
          <p:cNvSpPr txBox="1"/>
          <p:nvPr/>
        </p:nvSpPr>
        <p:spPr>
          <a:xfrm>
            <a:off x="3931920" y="19385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eher religiös</a:t>
            </a:r>
            <a:endParaRPr lang="en-US" sz="1400" dirty="0"/>
          </a:p>
        </p:txBody>
      </p:sp>
      <p:sp>
        <p:nvSpPr>
          <p:cNvPr id="9" name="3D-Karte Osterhase"/>
          <p:cNvSpPr/>
          <p:nvPr/>
        </p:nvSpPr>
        <p:spPr>
          <a:xfrm>
            <a:off x="617220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231140" dist="99060" dir="5400000">
              <a:srgbClr val="1A1033">
                <a:alpha val="286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0" name="3D-Ei 177"/>
          <p:cNvSpPr/>
          <p:nvPr/>
        </p:nvSpPr>
        <p:spPr>
          <a:xfrm>
            <a:off x="6537960" y="1783080"/>
            <a:ext cx="685800" cy="89154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11" name="Glanzlicht 178"/>
          <p:cNvSpPr/>
          <p:nvPr/>
        </p:nvSpPr>
        <p:spPr>
          <a:xfrm rot="-1800000">
            <a:off x="6675120" y="1872234"/>
            <a:ext cx="219456" cy="178308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pic>
        <p:nvPicPr>
          <p:cNvPr id="12" name="Symbol Osterha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96596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52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Osterhase</a:t>
            </a:r>
            <a:endParaRPr lang="en-US" sz="2600" dirty="0"/>
          </a:p>
        </p:txBody>
      </p:sp>
      <p:sp>
        <p:nvSpPr>
          <p:cNvPr id="14" name="3D-Karte Etikett Osterhase"/>
          <p:cNvSpPr/>
          <p:nvPr/>
        </p:nvSpPr>
        <p:spPr>
          <a:xfrm>
            <a:off x="9555480" y="1938528"/>
            <a:ext cx="1691640" cy="42062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88900" dist="38100" dir="5400000">
              <a:srgbClr val="1A1033">
                <a:alpha val="11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50475" h="25237" prst="softRound"/>
          </a:sp3d>
        </p:spPr>
      </p:sp>
      <p:sp>
        <p:nvSpPr>
          <p:cNvPr id="15" name="Text 11"/>
          <p:cNvSpPr txBox="1"/>
          <p:nvPr/>
        </p:nvSpPr>
        <p:spPr>
          <a:xfrm>
            <a:off x="9555480" y="19385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eher kulturell</a:t>
            </a:r>
            <a:endParaRPr lang="en-US" sz="14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Osterei &amp; Osterhase</a:t>
            </a:r>
            <a:endParaRPr lang="en-US" sz="36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91440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Das Ei ist ein Zeichen für Leben.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Für Christen steht es für die Auferstehung Jesu.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→ religiöser Ursprung, der heute auch ein Volksbrauch ist.</a:t>
            </a:r>
            <a:endParaRPr lang="en-US" sz="1700" dirty="0"/>
          </a:p>
        </p:txBody>
      </p:sp>
      <p:sp>
        <p:nvSpPr>
          <p:cNvPr id="18" name="Text 0"/>
          <p:cNvSpPr/>
          <p:nvPr>
            <p:ph idx="102" type="body" hasCustomPrompt="1"/>
          </p:nvPr>
        </p:nvSpPr>
        <p:spPr>
          <a:xfrm>
            <a:off x="653796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Kommt in der Ostergeschichte der Bibel nicht vor (eigene Einschätzung).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Wird in den angegebenen Quellen nicht erklärt.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→ eher ein kultureller Brauch.</a:t>
            </a:r>
            <a:endParaRPr lang="en-US" sz="1700" dirty="0"/>
          </a:p>
        </p:txBody>
      </p:sp>
      <p:sp>
        <p:nvSpPr>
          <p:cNvPr id="19" name="Text 0"/>
          <p:cNvSpPr/>
          <p:nvPr>
            <p:ph idx="103" type="body" hasCustomPrompt="1"/>
          </p:nvPr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Fazit: Das Osterei hat eine christliche Bedeutung – der Osterhase ist eher ein kultureller Brauch.</a:t>
            </a:r>
            <a:endParaRPr lang="en-US" sz="1800" dirty="0"/>
          </a:p>
        </p:txBody>
      </p:sp>
      <p:sp>
        <p:nvSpPr>
          <p:cNvPr id="20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ZDFheute; Osterhase: eigene Einschätzung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179"/>
          <p:cNvSpPr/>
          <p:nvPr/>
        </p:nvSpPr>
        <p:spPr>
          <a:xfrm>
            <a:off x="11271659" y="699371"/>
            <a:ext cx="302823" cy="30282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51412" h="90847" prst="circle"/>
          </a:sp3d>
        </p:spPr>
      </p:sp>
      <p:sp>
        <p:nvSpPr>
          <p:cNvPr id="3" name="3D-Kugel 180"/>
          <p:cNvSpPr/>
          <p:nvPr/>
        </p:nvSpPr>
        <p:spPr>
          <a:xfrm>
            <a:off x="11322853" y="1126452"/>
            <a:ext cx="185165" cy="185165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92583" h="55550" prst="circle"/>
          </a:sp3d>
        </p:spPr>
      </p:sp>
      <p:sp>
        <p:nvSpPr>
          <p:cNvPr id="4" name="3D-Kugel 181"/>
          <p:cNvSpPr/>
          <p:nvPr/>
        </p:nvSpPr>
        <p:spPr>
          <a:xfrm>
            <a:off x="9695728" y="4086472"/>
            <a:ext cx="179224" cy="17922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89612" h="53767" prst="circle"/>
          </a:sp3d>
        </p:spPr>
      </p:sp>
      <p:sp>
        <p:nvSpPr>
          <p:cNvPr id="5" name="3D-Kugel 182"/>
          <p:cNvSpPr/>
          <p:nvPr/>
        </p:nvSpPr>
        <p:spPr>
          <a:xfrm>
            <a:off x="8169724" y="6040574"/>
            <a:ext cx="146317" cy="14631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3159" h="43895" prst="circle"/>
          </a:sp3d>
        </p:spPr>
      </p:sp>
      <p:sp>
        <p:nvSpPr>
          <p:cNvPr id="6" name="3D-Kugel 183"/>
          <p:cNvSpPr/>
          <p:nvPr/>
        </p:nvSpPr>
        <p:spPr>
          <a:xfrm>
            <a:off x="8415113" y="3318187"/>
            <a:ext cx="185504" cy="1855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92752" h="55651" prst="circle"/>
          </a:sp3d>
        </p:spPr>
      </p:sp>
      <p:sp>
        <p:nvSpPr>
          <p:cNvPr id="7" name="3D-Kugel 184"/>
          <p:cNvSpPr/>
          <p:nvPr/>
        </p:nvSpPr>
        <p:spPr>
          <a:xfrm>
            <a:off x="8100316" y="4720667"/>
            <a:ext cx="158101" cy="158101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9051" h="47430" prst="circle"/>
          </a:sp3d>
        </p:spPr>
      </p:sp>
      <p:sp>
        <p:nvSpPr>
          <p:cNvPr id="8" name="3D-Kugel 185"/>
          <p:cNvSpPr/>
          <p:nvPr/>
        </p:nvSpPr>
        <p:spPr>
          <a:xfrm>
            <a:off x="8894107" y="456482"/>
            <a:ext cx="163167" cy="16316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1584" h="48950" prst="circle"/>
          </a:sp3d>
        </p:spPr>
      </p:sp>
      <p:sp>
        <p:nvSpPr>
          <p:cNvPr id="9" name="3D-Kugel 186"/>
          <p:cNvSpPr/>
          <p:nvPr/>
        </p:nvSpPr>
        <p:spPr>
          <a:xfrm>
            <a:off x="8417912" y="5287084"/>
            <a:ext cx="299763" cy="29976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9882" h="89929" prst="circle"/>
          </a:sp3d>
        </p:spPr>
      </p:sp>
      <p:sp>
        <p:nvSpPr>
          <p:cNvPr id="10" name="3D-Kugel 187"/>
          <p:cNvSpPr/>
          <p:nvPr/>
        </p:nvSpPr>
        <p:spPr>
          <a:xfrm>
            <a:off x="8427863" y="3657313"/>
            <a:ext cx="191460" cy="19146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95730" h="57438" prst="circle"/>
          </a:sp3d>
        </p:spPr>
      </p:sp>
      <p:sp>
        <p:nvSpPr>
          <p:cNvPr id="11" name="3D-Kugel 188"/>
          <p:cNvSpPr/>
          <p:nvPr/>
        </p:nvSpPr>
        <p:spPr>
          <a:xfrm>
            <a:off x="10538623" y="3972227"/>
            <a:ext cx="175063" cy="17506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7532" h="52519" prst="circle"/>
          </a:sp3d>
        </p:spPr>
      </p:sp>
      <p:sp>
        <p:nvSpPr>
          <p:cNvPr id="12" name="3D-Kugel 189"/>
          <p:cNvSpPr/>
          <p:nvPr/>
        </p:nvSpPr>
        <p:spPr>
          <a:xfrm>
            <a:off x="8392856" y="2755594"/>
            <a:ext cx="111888" cy="11188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5944" h="33566" prst="circle"/>
          </a:sp3d>
        </p:spPr>
      </p:sp>
      <p:sp>
        <p:nvSpPr>
          <p:cNvPr id="13" name="3D-Kugel 190"/>
          <p:cNvSpPr/>
          <p:nvPr/>
        </p:nvSpPr>
        <p:spPr>
          <a:xfrm>
            <a:off x="11776562" y="2523389"/>
            <a:ext cx="100994" cy="10099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50497" h="30298" prst="circle"/>
          </a:sp3d>
        </p:spPr>
      </p:sp>
      <p:sp>
        <p:nvSpPr>
          <p:cNvPr id="14" name="3D-Kugel 191"/>
          <p:cNvSpPr/>
          <p:nvPr/>
        </p:nvSpPr>
        <p:spPr>
          <a:xfrm>
            <a:off x="10047516" y="5766867"/>
            <a:ext cx="241443" cy="24144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20722" h="72433" prst="circle"/>
          </a:sp3d>
        </p:spPr>
      </p:sp>
      <p:sp>
        <p:nvSpPr>
          <p:cNvPr id="15" name="3D-Kugel 192"/>
          <p:cNvSpPr/>
          <p:nvPr/>
        </p:nvSpPr>
        <p:spPr>
          <a:xfrm>
            <a:off x="9253206" y="3016992"/>
            <a:ext cx="156804" cy="1568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8402" h="47041" prst="circle"/>
          </a:sp3d>
        </p:spPr>
      </p:sp>
      <p:sp>
        <p:nvSpPr>
          <p:cNvPr id="16" name="3D-Kugel 193"/>
          <p:cNvSpPr/>
          <p:nvPr/>
        </p:nvSpPr>
        <p:spPr>
          <a:xfrm>
            <a:off x="10852307" y="2728974"/>
            <a:ext cx="183884" cy="18388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91942" h="55165" prst="circle"/>
          </a:sp3d>
        </p:spPr>
      </p:sp>
      <p:sp>
        <p:nvSpPr>
          <p:cNvPr id="17" name="3D-Kugel 194"/>
          <p:cNvSpPr/>
          <p:nvPr/>
        </p:nvSpPr>
        <p:spPr>
          <a:xfrm>
            <a:off x="8541963" y="1417915"/>
            <a:ext cx="183997" cy="18399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91999" h="55199" prst="circle"/>
          </a:sp3d>
        </p:spPr>
      </p:sp>
      <p:sp>
        <p:nvSpPr>
          <p:cNvPr id="18" name="3D-Kugel 195"/>
          <p:cNvSpPr/>
          <p:nvPr/>
        </p:nvSpPr>
        <p:spPr>
          <a:xfrm>
            <a:off x="8004152" y="1608153"/>
            <a:ext cx="256204" cy="2562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28102" h="76861" prst="circle"/>
          </a:sp3d>
        </p:spPr>
      </p:sp>
      <p:sp>
        <p:nvSpPr>
          <p:cNvPr id="19" name="3D-Kugel 196"/>
          <p:cNvSpPr/>
          <p:nvPr/>
        </p:nvSpPr>
        <p:spPr>
          <a:xfrm>
            <a:off x="10869535" y="5828138"/>
            <a:ext cx="261820" cy="26182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130910" h="78546" prst="circle"/>
          </a:sp3d>
        </p:spPr>
      </p:sp>
      <p:sp>
        <p:nvSpPr>
          <p:cNvPr id="20" name="3D-Kugel 197"/>
          <p:cNvSpPr/>
          <p:nvPr/>
        </p:nvSpPr>
        <p:spPr>
          <a:xfrm>
            <a:off x="10846634" y="4465224"/>
            <a:ext cx="299906" cy="29990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49953" h="89972" prst="circle"/>
          </a:sp3d>
        </p:spPr>
      </p:sp>
      <p:sp>
        <p:nvSpPr>
          <p:cNvPr id="21" name="3D-Kugel 198"/>
          <p:cNvSpPr/>
          <p:nvPr/>
        </p:nvSpPr>
        <p:spPr>
          <a:xfrm>
            <a:off x="9686251" y="6194465"/>
            <a:ext cx="231778" cy="23177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5889" h="69533" prst="circle"/>
          </a:sp3d>
        </p:spPr>
      </p:sp>
      <p:sp>
        <p:nvSpPr>
          <p:cNvPr id="22" name="3D-Kugel 199"/>
          <p:cNvSpPr/>
          <p:nvPr/>
        </p:nvSpPr>
        <p:spPr>
          <a:xfrm>
            <a:off x="8926211" y="1290513"/>
            <a:ext cx="156496" cy="156496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8248" h="46949" prst="circle"/>
          </a:sp3d>
        </p:spPr>
      </p:sp>
      <p:sp>
        <p:nvSpPr>
          <p:cNvPr id="23" name="3D-Kugel 200"/>
          <p:cNvSpPr/>
          <p:nvPr/>
        </p:nvSpPr>
        <p:spPr>
          <a:xfrm>
            <a:off x="10245609" y="4491381"/>
            <a:ext cx="173119" cy="17311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6560" h="51936" prst="circle"/>
          </a:sp3d>
        </p:spPr>
      </p:sp>
      <p:sp>
        <p:nvSpPr>
          <p:cNvPr id="24" name="3D-Kugel 201"/>
          <p:cNvSpPr/>
          <p:nvPr/>
        </p:nvSpPr>
        <p:spPr>
          <a:xfrm>
            <a:off x="11364053" y="6175589"/>
            <a:ext cx="142963" cy="14296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1482" h="42889" prst="circle"/>
          </a:sp3d>
        </p:spPr>
      </p:sp>
      <p:sp>
        <p:nvSpPr>
          <p:cNvPr id="25" name="3D-Kugel 202"/>
          <p:cNvSpPr/>
          <p:nvPr/>
        </p:nvSpPr>
        <p:spPr>
          <a:xfrm>
            <a:off x="9846080" y="2677481"/>
            <a:ext cx="165090" cy="16509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82545" h="49527" prst="circle"/>
          </a:sp3d>
        </p:spPr>
      </p:sp>
      <p:sp>
        <p:nvSpPr>
          <p:cNvPr id="26" name="3D-Kugel 203"/>
          <p:cNvSpPr/>
          <p:nvPr/>
        </p:nvSpPr>
        <p:spPr>
          <a:xfrm>
            <a:off x="11542380" y="2796595"/>
            <a:ext cx="100814" cy="10081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0407" h="30244" prst="circle"/>
          </a:sp3d>
        </p:spPr>
      </p:sp>
      <p:sp>
        <p:nvSpPr>
          <p:cNvPr id="27" name="3D-Kugel 204"/>
          <p:cNvSpPr/>
          <p:nvPr/>
        </p:nvSpPr>
        <p:spPr>
          <a:xfrm>
            <a:off x="9787550" y="2798196"/>
            <a:ext cx="286940" cy="286940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3470" h="86082" prst="circle"/>
          </a:sp3d>
        </p:spPr>
      </p:sp>
      <p:sp>
        <p:nvSpPr>
          <p:cNvPr id="28" name="3D-Kugel Symbol 205"/>
          <p:cNvSpPr/>
          <p:nvPr/>
        </p:nvSpPr>
        <p:spPr>
          <a:xfrm>
            <a:off x="8138160" y="1097280"/>
            <a:ext cx="1737360" cy="173736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pic>
        <p:nvPicPr>
          <p:cNvPr id="29" name="Symbol 20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5126" y="1514246"/>
            <a:ext cx="903427" cy="903427"/>
          </a:xfrm>
          <a:prstGeom prst="rect">
            <a:avLst/>
          </a:prstGeom>
        </p:spPr>
      </p:pic>
      <p:sp>
        <p:nvSpPr>
          <p:cNvPr id="30" name="3D-Kugel Symbol 206"/>
          <p:cNvSpPr/>
          <p:nvPr/>
        </p:nvSpPr>
        <p:spPr>
          <a:xfrm>
            <a:off x="9966960" y="2468880"/>
            <a:ext cx="1737360" cy="173736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pic>
        <p:nvPicPr>
          <p:cNvPr id="31" name="Symbol 20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3926" y="2885846"/>
            <a:ext cx="903427" cy="903427"/>
          </a:xfrm>
          <a:prstGeom prst="rect">
            <a:avLst/>
          </a:prstGeom>
        </p:spPr>
      </p:pic>
      <p:sp>
        <p:nvSpPr>
          <p:cNvPr id="32" name="3D-Kugel Symbol 207"/>
          <p:cNvSpPr/>
          <p:nvPr/>
        </p:nvSpPr>
        <p:spPr>
          <a:xfrm>
            <a:off x="8229600" y="3931920"/>
            <a:ext cx="1737360" cy="173736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pic>
        <p:nvPicPr>
          <p:cNvPr id="33" name="Symbol 20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6566" y="4348886"/>
            <a:ext cx="903427" cy="903427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4000" dirty="0"/>
          </a:p>
        </p:txBody>
      </p:sp>
      <p:sp>
        <p:nvSpPr>
          <p:cNvPr id="35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Andere Religionen</a:t>
            </a:r>
            <a:endParaRPr lang="en-US" sz="5800" dirty="0"/>
          </a:p>
        </p:txBody>
      </p:sp>
      <p:sp>
        <p:nvSpPr>
          <p:cNvPr id="36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Ähnliche Feste: Fasten, Feiern, Gemeinschaft und Neuanfang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1"/>
          <p:cNvSpPr/>
          <p:nvPr/>
        </p:nvSpPr>
        <p:spPr>
          <a:xfrm>
            <a:off x="54864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208"/>
          <p:cNvSpPr/>
          <p:nvPr/>
        </p:nvSpPr>
        <p:spPr>
          <a:xfrm>
            <a:off x="914400" y="1965960"/>
            <a:ext cx="1005840" cy="100584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20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802" y="2207362"/>
            <a:ext cx="523037" cy="52303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0312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Islam</a:t>
            </a:r>
            <a:endParaRPr lang="en-US" sz="1500" dirty="0"/>
          </a:p>
        </p:txBody>
      </p:sp>
      <p:sp>
        <p:nvSpPr>
          <p:cNvPr id="6" name="3D-Karte 2"/>
          <p:cNvSpPr/>
          <p:nvPr/>
        </p:nvSpPr>
        <p:spPr>
          <a:xfrm>
            <a:off x="434340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7" name="3D-Kugel Symbol 209"/>
          <p:cNvSpPr/>
          <p:nvPr/>
        </p:nvSpPr>
        <p:spPr>
          <a:xfrm>
            <a:off x="4709160" y="1965960"/>
            <a:ext cx="1005840" cy="1005840"/>
          </a:xfrm>
          <a:prstGeom prst="ellipse">
            <a:avLst/>
          </a:prstGeom>
          <a:solidFill>
            <a:schemeClr val="accent4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8" name="Symbol 20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562" y="2207362"/>
            <a:ext cx="523037" cy="5230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9788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Judentum</a:t>
            </a:r>
            <a:endParaRPr lang="en-US" sz="1500" dirty="0"/>
          </a:p>
        </p:txBody>
      </p:sp>
      <p:sp>
        <p:nvSpPr>
          <p:cNvPr id="10" name="3D-Karte 3"/>
          <p:cNvSpPr/>
          <p:nvPr/>
        </p:nvSpPr>
        <p:spPr>
          <a:xfrm>
            <a:off x="813816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1" name="3D-Kugel Symbol 210"/>
          <p:cNvSpPr/>
          <p:nvPr/>
        </p:nvSpPr>
        <p:spPr>
          <a:xfrm>
            <a:off x="8503920" y="1965960"/>
            <a:ext cx="1005840" cy="100584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2" name="Symbol 2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5322" y="2207362"/>
            <a:ext cx="523037" cy="52303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69264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Hinduismus</a:t>
            </a:r>
            <a:endParaRPr lang="en-US" sz="15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Ähnliche Feste in anderen Religionen</a:t>
            </a:r>
            <a:endParaRPr lang="en-US" sz="36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91440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Ramadan</a:t>
            </a:r>
            <a:endParaRPr lang="en-US" sz="2200" dirty="0"/>
          </a:p>
        </p:txBody>
      </p:sp>
      <p:sp>
        <p:nvSpPr>
          <p:cNvPr id="16" name="Text 0"/>
          <p:cNvSpPr/>
          <p:nvPr>
            <p:ph idx="102" type="body" hasCustomPrompt="1"/>
          </p:nvPr>
        </p:nvSpPr>
        <p:spPr>
          <a:xfrm>
            <a:off x="91440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Ein Monat Fasten von morgens bis Sonnenuntergang. Kranke, Kinder und Reisende sind befreit. Am Ende: mehrtägiges Fest des Fastenbrechens (Zuckerfest).</a:t>
            </a:r>
            <a:endParaRPr lang="en-US" sz="1600" dirty="0"/>
          </a:p>
        </p:txBody>
      </p:sp>
      <p:sp>
        <p:nvSpPr>
          <p:cNvPr id="17" name="Text 0"/>
          <p:cNvSpPr/>
          <p:nvPr>
            <p:ph idx="103" type="body" hasCustomPrompt="1"/>
          </p:nvPr>
        </p:nvSpPr>
        <p:spPr>
          <a:xfrm>
            <a:off x="470916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Jom Kippur</a:t>
            </a:r>
            <a:endParaRPr lang="en-US" sz="2200" dirty="0"/>
          </a:p>
        </p:txBody>
      </p:sp>
      <p:sp>
        <p:nvSpPr>
          <p:cNvPr id="18" name="Text 0"/>
          <p:cNvSpPr/>
          <p:nvPr>
            <p:ph idx="104" type="body" hasCustomPrompt="1"/>
          </p:nvPr>
        </p:nvSpPr>
        <p:spPr>
          <a:xfrm>
            <a:off x="470916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Mit dem Neujahrsfest Rosch ha-Schana beginnt eine Zeit der Umkehr. Sie endet an Jom Kippur, dem höchsten Feiertag im Judentum.</a:t>
            </a:r>
            <a:endParaRPr lang="en-US" sz="1600" dirty="0"/>
          </a:p>
        </p:txBody>
      </p:sp>
      <p:sp>
        <p:nvSpPr>
          <p:cNvPr id="19" name="Text 0"/>
          <p:cNvSpPr/>
          <p:nvPr>
            <p:ph idx="105" type="body" hasCustomPrompt="1"/>
          </p:nvPr>
        </p:nvSpPr>
        <p:spPr>
          <a:xfrm>
            <a:off x="850392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Durga Puja</a:t>
            </a:r>
            <a:endParaRPr lang="en-US" sz="2200" dirty="0"/>
          </a:p>
        </p:txBody>
      </p:sp>
      <p:sp>
        <p:nvSpPr>
          <p:cNvPr id="20" name="Text 0"/>
          <p:cNvSpPr/>
          <p:nvPr>
            <p:ph idx="106" type="body" hasCustomPrompt="1"/>
          </p:nvPr>
        </p:nvSpPr>
        <p:spPr>
          <a:xfrm>
            <a:off x="850392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Eines der großen Feste im Hinduismus. Es dauert zehn Tage, die ersten Tage feiern die Gläubigen in Gemeinschaft.</a:t>
            </a:r>
            <a:endParaRPr lang="en-US" sz="1600" dirty="0"/>
          </a:p>
        </p:txBody>
      </p:sp>
      <p:sp>
        <p:nvSpPr>
          <p:cNvPr id="21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Quellen: bpb – Ramadan; bpb – Gemeinsam (religiöse) Feste feiern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Fasten"/>
          <p:cNvSpPr/>
          <p:nvPr/>
        </p:nvSpPr>
        <p:spPr>
          <a:xfrm>
            <a:off x="54864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tx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211"/>
          <p:cNvSpPr/>
          <p:nvPr/>
        </p:nvSpPr>
        <p:spPr>
          <a:xfrm>
            <a:off x="868680" y="1965960"/>
            <a:ext cx="1005840" cy="100584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21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082" y="2207362"/>
            <a:ext cx="523037" cy="52303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</a:t>
            </a:r>
            <a:endParaRPr lang="en-US" sz="2400" dirty="0"/>
          </a:p>
        </p:txBody>
      </p:sp>
      <p:sp>
        <p:nvSpPr>
          <p:cNvPr id="6" name="3D-Kugel Plus 1"/>
          <p:cNvSpPr/>
          <p:nvPr/>
        </p:nvSpPr>
        <p:spPr>
          <a:xfrm>
            <a:off x="3895344" y="3634740"/>
            <a:ext cx="457200" cy="4572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228600" h="137160" prst="circle"/>
          </a:sp3d>
        </p:spPr>
      </p:sp>
      <p:sp>
        <p:nvSpPr>
          <p:cNvPr id="7" name="Text 4"/>
          <p:cNvSpPr txBox="1"/>
          <p:nvPr/>
        </p:nvSpPr>
        <p:spPr>
          <a:xfrm>
            <a:off x="3895344" y="36347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+</a:t>
            </a:r>
            <a:endParaRPr lang="en-US" sz="2200" dirty="0"/>
          </a:p>
        </p:txBody>
      </p:sp>
      <p:sp>
        <p:nvSpPr>
          <p:cNvPr id="8" name="3D-Karte Gemeinschaft"/>
          <p:cNvSpPr/>
          <p:nvPr/>
        </p:nvSpPr>
        <p:spPr>
          <a:xfrm>
            <a:off x="445770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3D-Kugel Symbol 212"/>
          <p:cNvSpPr/>
          <p:nvPr/>
        </p:nvSpPr>
        <p:spPr>
          <a:xfrm>
            <a:off x="4777740" y="1965960"/>
            <a:ext cx="1005840" cy="100584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0" name="Symbol 21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142" y="2207362"/>
            <a:ext cx="523037" cy="52303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7774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Gemeinschaft</a:t>
            </a:r>
            <a:endParaRPr lang="en-US" sz="2400" dirty="0"/>
          </a:p>
        </p:txBody>
      </p:sp>
      <p:sp>
        <p:nvSpPr>
          <p:cNvPr id="12" name="3D-Kugel Plus 2"/>
          <p:cNvSpPr/>
          <p:nvPr/>
        </p:nvSpPr>
        <p:spPr>
          <a:xfrm>
            <a:off x="7804404" y="3634740"/>
            <a:ext cx="457200" cy="4572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228600" h="137160" prst="circle"/>
          </a:sp3d>
        </p:spPr>
      </p:sp>
      <p:sp>
        <p:nvSpPr>
          <p:cNvPr id="13" name="Text 9"/>
          <p:cNvSpPr txBox="1"/>
          <p:nvPr/>
        </p:nvSpPr>
        <p:spPr>
          <a:xfrm>
            <a:off x="7804404" y="36347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+</a:t>
            </a:r>
            <a:endParaRPr lang="en-US" sz="2200" dirty="0"/>
          </a:p>
        </p:txBody>
      </p:sp>
      <p:sp>
        <p:nvSpPr>
          <p:cNvPr id="14" name="3D-Karte Neuanfang"/>
          <p:cNvSpPr/>
          <p:nvPr/>
        </p:nvSpPr>
        <p:spPr>
          <a:xfrm>
            <a:off x="836676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5" name="3D-Kugel Symbol 213"/>
          <p:cNvSpPr/>
          <p:nvPr/>
        </p:nvSpPr>
        <p:spPr>
          <a:xfrm>
            <a:off x="8686800" y="1965960"/>
            <a:ext cx="1005840" cy="100584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6" name="Symbol 21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202" y="2207362"/>
            <a:ext cx="523037" cy="52303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68680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Neuanfang</a:t>
            </a:r>
            <a:endParaRPr lang="en-US" sz="24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Was verbindet die Feste?</a:t>
            </a:r>
            <a:endParaRPr lang="en-US" sz="36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868680" y="384048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Fastenzeit und Ramadan: bewusster Verzicht als Vorbereitung auf ein großes Fest.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4777740" y="384048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Ostern, das Fest des Fastenbrechens und Durga Puja feiert man gemeinsam mit Familie und Gemeinde.</a:t>
            </a:r>
            <a:endParaRPr lang="en-US" sz="1600" dirty="0"/>
          </a:p>
        </p:txBody>
      </p:sp>
      <p:sp>
        <p:nvSpPr>
          <p:cNvPr id="21" name="Text 0"/>
          <p:cNvSpPr/>
          <p:nvPr>
            <p:ph idx="103" type="body" hasCustomPrompt="1"/>
          </p:nvPr>
        </p:nvSpPr>
        <p:spPr>
          <a:xfrm>
            <a:off x="8686800" y="384048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Ostern steht für neues Leben, Jom Kippur für Umkehr und einen neuen Anfang.</a:t>
            </a:r>
            <a:endParaRPr lang="en-US" sz="1600" dirty="0"/>
          </a:p>
        </p:txBody>
      </p:sp>
      <p:sp>
        <p:nvSpPr>
          <p:cNvPr id="22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Quellen: ZDFheute; bpb – Ramadan; bpb – Gemeinsam (religiöse) Feste feiern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Antwort an den Kunden"/>
          <p:cNvSpPr/>
          <p:nvPr/>
        </p:nvSpPr>
        <p:spPr>
          <a:xfrm>
            <a:off x="54864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95580" dist="83820" dir="5400000">
              <a:srgbClr val="1A1033">
                <a:alpha val="24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214"/>
          <p:cNvSpPr/>
          <p:nvPr/>
        </p:nvSpPr>
        <p:spPr>
          <a:xfrm>
            <a:off x="914400" y="1783080"/>
            <a:ext cx="731520" cy="731520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65760" h="219456" prst="circle"/>
          </a:sp3d>
        </p:spPr>
      </p:sp>
      <p:pic>
        <p:nvPicPr>
          <p:cNvPr id="4" name="Symbol 21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965" y="1958645"/>
            <a:ext cx="380390" cy="38039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28800" y="18288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Antwort an den Kunden</a:t>
            </a:r>
            <a:endParaRPr lang="en-US" sz="2400" dirty="0"/>
          </a:p>
        </p:txBody>
      </p:sp>
      <p:sp>
        <p:nvSpPr>
          <p:cNvPr id="6" name="3D-Karte Mein Ausbildungsbetrieb"/>
          <p:cNvSpPr/>
          <p:nvPr/>
        </p:nvSpPr>
        <p:spPr>
          <a:xfrm>
            <a:off x="617220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95580" dist="83820" dir="5400000">
              <a:srgbClr val="1A1033">
                <a:alpha val="24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7" name="3D-Kugel Symbol 215"/>
          <p:cNvSpPr/>
          <p:nvPr/>
        </p:nvSpPr>
        <p:spPr>
          <a:xfrm>
            <a:off x="6537960" y="1783080"/>
            <a:ext cx="731520" cy="731520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65760" h="219456" prst="circle"/>
          </a:sp3d>
        </p:spPr>
      </p:sp>
      <p:pic>
        <p:nvPicPr>
          <p:cNvPr id="8" name="Symbol 21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352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52360" y="18288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Mein Ausbildungsbetrieb</a:t>
            </a:r>
            <a:endParaRPr lang="en-US" sz="2400" dirty="0"/>
          </a:p>
        </p:txBody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Im Arbeitsalltag</a:t>
            </a:r>
            <a:endParaRPr lang="en-US" sz="36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91440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7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653796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Karnevalsware ab: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Osterware ab: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Aktionen: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Feiertage, Öffnungszeiten &amp; Dienstplan: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</p:txBody>
      </p:sp>
      <p:sp>
        <p:nvSpPr>
          <p:cNvPr id="13" name="Text 0"/>
          <p:cNvSpPr/>
          <p:nvPr>
            <p:ph idx="103" type="body" hasCustomPrompt="1"/>
          </p:nvPr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Glühbirne"/>
          <p:cNvSpPr/>
          <p:nvPr/>
        </p:nvSpPr>
        <p:spPr>
          <a:xfrm>
            <a:off x="5550408" y="594360"/>
            <a:ext cx="1097280" cy="109728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48640" h="329184" prst="circle"/>
          </a:sp3d>
        </p:spPr>
      </p:sp>
      <p:pic>
        <p:nvPicPr>
          <p:cNvPr id="3" name="Glühbir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804672"/>
            <a:ext cx="676656" cy="676656"/>
          </a:xfrm>
          <a:prstGeom prst="rect">
            <a:avLst/>
          </a:prstGeom>
        </p:spPr>
      </p:pic>
      <p:sp>
        <p:nvSpPr>
          <p:cNvPr id="4" name="3D-Kugel 216"/>
          <p:cNvSpPr/>
          <p:nvPr/>
        </p:nvSpPr>
        <p:spPr>
          <a:xfrm>
            <a:off x="5108842" y="5996980"/>
            <a:ext cx="121524" cy="12152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0762" h="36457" prst="circle"/>
          </a:sp3d>
        </p:spPr>
      </p:sp>
      <p:sp>
        <p:nvSpPr>
          <p:cNvPr id="5" name="3D-Kugel 217"/>
          <p:cNvSpPr/>
          <p:nvPr/>
        </p:nvSpPr>
        <p:spPr>
          <a:xfrm>
            <a:off x="5652357" y="5590207"/>
            <a:ext cx="90249" cy="90249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45125" h="27075" prst="circle"/>
          </a:sp3d>
        </p:spPr>
      </p:sp>
      <p:sp>
        <p:nvSpPr>
          <p:cNvPr id="6" name="3D-Kugel 218"/>
          <p:cNvSpPr/>
          <p:nvPr/>
        </p:nvSpPr>
        <p:spPr>
          <a:xfrm>
            <a:off x="8010963" y="5502410"/>
            <a:ext cx="98345" cy="98345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49173" h="29504" prst="circle"/>
          </a:sp3d>
        </p:spPr>
      </p:sp>
      <p:sp>
        <p:nvSpPr>
          <p:cNvPr id="7" name="3D-Kugel 219"/>
          <p:cNvSpPr/>
          <p:nvPr/>
        </p:nvSpPr>
        <p:spPr>
          <a:xfrm>
            <a:off x="5709992" y="6001995"/>
            <a:ext cx="81803" cy="8180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40902" h="24541" prst="circle"/>
          </a:sp3d>
        </p:spPr>
      </p:sp>
      <p:sp>
        <p:nvSpPr>
          <p:cNvPr id="8" name="3D-Kugel 220"/>
          <p:cNvSpPr/>
          <p:nvPr/>
        </p:nvSpPr>
        <p:spPr>
          <a:xfrm>
            <a:off x="3370781" y="5645571"/>
            <a:ext cx="86342" cy="8634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43171" h="25903" prst="circle"/>
          </a:sp3d>
        </p:spPr>
      </p:sp>
      <p:sp>
        <p:nvSpPr>
          <p:cNvPr id="9" name="3D-Kugel 221"/>
          <p:cNvSpPr/>
          <p:nvPr/>
        </p:nvSpPr>
        <p:spPr>
          <a:xfrm>
            <a:off x="5624950" y="5745893"/>
            <a:ext cx="157684" cy="15768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8842" h="47305" prst="circle"/>
          </a:sp3d>
        </p:spPr>
      </p:sp>
      <p:sp>
        <p:nvSpPr>
          <p:cNvPr id="10" name="3D-Kugel 222"/>
          <p:cNvSpPr/>
          <p:nvPr/>
        </p:nvSpPr>
        <p:spPr>
          <a:xfrm>
            <a:off x="6041699" y="5533869"/>
            <a:ext cx="122091" cy="12209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1046" h="36627" prst="circle"/>
          </a:sp3d>
        </p:spPr>
      </p:sp>
      <p:sp>
        <p:nvSpPr>
          <p:cNvPr id="11" name="3D-Kugel 223"/>
          <p:cNvSpPr/>
          <p:nvPr/>
        </p:nvSpPr>
        <p:spPr>
          <a:xfrm>
            <a:off x="9187216" y="5670883"/>
            <a:ext cx="135013" cy="135013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67507" h="40504" prst="circle"/>
          </a:sp3d>
        </p:spPr>
      </p:sp>
      <p:sp>
        <p:nvSpPr>
          <p:cNvPr id="12" name="3D-Kugel 224"/>
          <p:cNvSpPr/>
          <p:nvPr/>
        </p:nvSpPr>
        <p:spPr>
          <a:xfrm>
            <a:off x="8611348" y="5880056"/>
            <a:ext cx="132440" cy="13244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66220" h="39732" prst="circle"/>
          </a:sp3d>
        </p:spPr>
      </p:sp>
      <p:sp>
        <p:nvSpPr>
          <p:cNvPr id="13" name="3D-Kugel 225"/>
          <p:cNvSpPr/>
          <p:nvPr/>
        </p:nvSpPr>
        <p:spPr>
          <a:xfrm>
            <a:off x="8912863" y="5841063"/>
            <a:ext cx="160094" cy="16009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047" h="48028" prst="circle"/>
          </a:sp3d>
        </p:spPr>
      </p:sp>
      <p:sp>
        <p:nvSpPr>
          <p:cNvPr id="14" name="3D-Kugel 226"/>
          <p:cNvSpPr/>
          <p:nvPr/>
        </p:nvSpPr>
        <p:spPr>
          <a:xfrm>
            <a:off x="3667263" y="5813190"/>
            <a:ext cx="153965" cy="153965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76983" h="46190" prst="circle"/>
          </a:sp3d>
        </p:spPr>
      </p:sp>
      <p:sp>
        <p:nvSpPr>
          <p:cNvPr id="15" name="3D-Kugel 227"/>
          <p:cNvSpPr/>
          <p:nvPr/>
        </p:nvSpPr>
        <p:spPr>
          <a:xfrm>
            <a:off x="8555791" y="5962943"/>
            <a:ext cx="159775" cy="159775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9888" h="47933" prst="circle"/>
          </a:sp3d>
        </p:spPr>
      </p:sp>
      <p:sp>
        <p:nvSpPr>
          <p:cNvPr id="16" name="3D-Kugel 228"/>
          <p:cNvSpPr/>
          <p:nvPr/>
        </p:nvSpPr>
        <p:spPr>
          <a:xfrm>
            <a:off x="6052018" y="5547128"/>
            <a:ext cx="113514" cy="11351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6757" h="34054" prst="circle"/>
          </a:sp3d>
        </p:spPr>
      </p:sp>
      <p:sp>
        <p:nvSpPr>
          <p:cNvPr id="17" name="3D-Kugel 229"/>
          <p:cNvSpPr/>
          <p:nvPr/>
        </p:nvSpPr>
        <p:spPr>
          <a:xfrm>
            <a:off x="704009" y="5701594"/>
            <a:ext cx="170632" cy="17063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85316" h="51190" prst="circle"/>
          </a:sp3d>
        </p:spPr>
      </p:sp>
      <p:sp>
        <p:nvSpPr>
          <p:cNvPr id="18" name="Text 0"/>
          <p:cNvSpPr/>
          <p:nvPr>
            <p:ph idx="100" type="body" hasCustomPrompt="1"/>
          </p:nvPr>
        </p:nvSpPr>
        <p:spPr>
          <a:xfrm>
            <a:off x="1280160" y="192024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Inwiefern erleben wir kulturelle Bräuche, Traditionen und wirtschaftliche Interessen in unserem Arbeitsumfeld?</a:t>
            </a:r>
            <a:endParaRPr lang="en-US" sz="30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1280160" y="425196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Symbol 230"/>
          <p:cNvSpPr/>
          <p:nvPr/>
        </p:nvSpPr>
        <p:spPr>
          <a:xfrm>
            <a:off x="5486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3" name="Symbol 23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64792"/>
            <a:ext cx="356616" cy="356616"/>
          </a:xfrm>
          <a:prstGeom prst="rect">
            <a:avLst/>
          </a:prstGeom>
        </p:spPr>
      </p:pic>
      <p:sp>
        <p:nvSpPr>
          <p:cNvPr id="4" name="Quelle 1"/>
          <p:cNvSpPr txBox="1"/>
          <p:nvPr/>
        </p:nvSpPr>
        <p:spPr>
          <a:xfrm>
            <a:off x="1463040" y="155448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Erzbistum Köln: Karneval – Ursprung, Bedeutung und Brauchtum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https://www.erzbistum-koeln.de/presse_und_medien/magazin/Karneval-Ursprung-Bedeutung-und-Brauchtum-des-Karnevals/</a:t>
            </a:r>
            <a:endParaRPr lang="en-US" sz="1700" dirty="0"/>
          </a:p>
        </p:txBody>
      </p:sp>
      <p:sp>
        <p:nvSpPr>
          <p:cNvPr id="5" name="3D-Kugel Symbol 231"/>
          <p:cNvSpPr/>
          <p:nvPr/>
        </p:nvSpPr>
        <p:spPr>
          <a:xfrm>
            <a:off x="548640" y="2697480"/>
            <a:ext cx="685800" cy="6858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6" name="Symbol 23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862072"/>
            <a:ext cx="356616" cy="356616"/>
          </a:xfrm>
          <a:prstGeom prst="rect">
            <a:avLst/>
          </a:prstGeom>
        </p:spPr>
      </p:pic>
      <p:sp>
        <p:nvSpPr>
          <p:cNvPr id="7" name="Quelle 2"/>
          <p:cNvSpPr txBox="1"/>
          <p:nvPr/>
        </p:nvSpPr>
        <p:spPr>
          <a:xfrm>
            <a:off x="1463040" y="265176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ZDFheute: „Mit Palmsonntag beginnt die Karwoche“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https://www.zdfheute.de/wissen/ostern-feiertage-karfreitag-karwoche-palmsonntag-100.html</a:t>
            </a:r>
            <a:endParaRPr lang="en-US" sz="1700" dirty="0"/>
          </a:p>
        </p:txBody>
      </p:sp>
      <p:sp>
        <p:nvSpPr>
          <p:cNvPr id="8" name="3D-Kugel Symbol 232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9" name="Symbol 23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3959352"/>
            <a:ext cx="356616" cy="356616"/>
          </a:xfrm>
          <a:prstGeom prst="rect">
            <a:avLst/>
          </a:prstGeom>
        </p:spPr>
      </p:pic>
      <p:sp>
        <p:nvSpPr>
          <p:cNvPr id="10" name="Quelle 3"/>
          <p:cNvSpPr txBox="1"/>
          <p:nvPr/>
        </p:nvSpPr>
        <p:spPr>
          <a:xfrm>
            <a:off x="1463040" y="37490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bpb: Ramadan (Deine tägliche Dosis Politik)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https://www.bpb.de/kurz-knapp/taegliche-dosis-politik/559978/ramadan/</a:t>
            </a:r>
            <a:endParaRPr lang="en-US" sz="1700" dirty="0"/>
          </a:p>
        </p:txBody>
      </p:sp>
      <p:sp>
        <p:nvSpPr>
          <p:cNvPr id="11" name="3D-Kugel Symbol 233"/>
          <p:cNvSpPr/>
          <p:nvPr/>
        </p:nvSpPr>
        <p:spPr>
          <a:xfrm>
            <a:off x="548640" y="4892040"/>
            <a:ext cx="685800" cy="685800"/>
          </a:xfrm>
          <a:prstGeom prst="ellipse">
            <a:avLst/>
          </a:prstGeom>
          <a:solidFill>
            <a:schemeClr val="accent4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12" name="Symbol 23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056632"/>
            <a:ext cx="356616" cy="356616"/>
          </a:xfrm>
          <a:prstGeom prst="rect">
            <a:avLst/>
          </a:prstGeom>
        </p:spPr>
      </p:pic>
      <p:sp>
        <p:nvSpPr>
          <p:cNvPr id="13" name="Quelle 4"/>
          <p:cNvSpPr txBox="1"/>
          <p:nvPr/>
        </p:nvSpPr>
        <p:spPr>
          <a:xfrm>
            <a:off x="1463040" y="484632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bpb: M 06.06 Gemeinsam (religiöse) Feste feiern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https://www.bpb.de/lernen/angebote/grafstat/projekt-integration/134726/m-06-06-gemeinsam-religioese-feste-feiern/</a:t>
            </a:r>
            <a:endParaRPr lang="en-US" sz="1700" dirty="0"/>
          </a:p>
        </p:txBody>
      </p:sp>
      <p:sp>
        <p:nvSpPr>
          <p:cNvPr id="14" name="Bildquelle"/>
          <p:cNvSpPr txBox="1"/>
          <p:nvPr/>
        </p:nvSpPr>
        <p:spPr>
          <a:xfrm>
            <a:off x="1463040" y="59893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Bildquellen: Karnevalsfoto (Folie 3 &amp; 4) und Ostereier-Foto (Folie 8 &amp; 9) – bitte ergänzen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Quellen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234"/>
          <p:cNvSpPr/>
          <p:nvPr/>
        </p:nvSpPr>
        <p:spPr>
          <a:xfrm>
            <a:off x="8219373" y="367161"/>
            <a:ext cx="209109" cy="209109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04555" h="62733" prst="circle"/>
          </a:sp3d>
        </p:spPr>
      </p:sp>
      <p:sp>
        <p:nvSpPr>
          <p:cNvPr id="3" name="3D-Kugel 235"/>
          <p:cNvSpPr/>
          <p:nvPr/>
        </p:nvSpPr>
        <p:spPr>
          <a:xfrm>
            <a:off x="6411535" y="1396272"/>
            <a:ext cx="247861" cy="24786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23931" h="74358" prst="circle"/>
          </a:sp3d>
        </p:spPr>
      </p:sp>
      <p:sp>
        <p:nvSpPr>
          <p:cNvPr id="4" name="3D-Kugel 236"/>
          <p:cNvSpPr/>
          <p:nvPr/>
        </p:nvSpPr>
        <p:spPr>
          <a:xfrm>
            <a:off x="5242627" y="1483078"/>
            <a:ext cx="209989" cy="209989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04995" h="62997" prst="circle"/>
          </a:sp3d>
        </p:spPr>
      </p:sp>
      <p:sp>
        <p:nvSpPr>
          <p:cNvPr id="5" name="3D-Kugel 237"/>
          <p:cNvSpPr/>
          <p:nvPr/>
        </p:nvSpPr>
        <p:spPr>
          <a:xfrm>
            <a:off x="9356189" y="1068264"/>
            <a:ext cx="171694" cy="171694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5847" h="51508" prst="circle"/>
          </a:sp3d>
        </p:spPr>
      </p:sp>
      <p:sp>
        <p:nvSpPr>
          <p:cNvPr id="6" name="3D-Kugel 238"/>
          <p:cNvSpPr/>
          <p:nvPr/>
        </p:nvSpPr>
        <p:spPr>
          <a:xfrm>
            <a:off x="915979" y="638504"/>
            <a:ext cx="209175" cy="20917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04588" h="62753" prst="circle"/>
          </a:sp3d>
        </p:spPr>
      </p:sp>
      <p:sp>
        <p:nvSpPr>
          <p:cNvPr id="7" name="3D-Kugel 239"/>
          <p:cNvSpPr/>
          <p:nvPr/>
        </p:nvSpPr>
        <p:spPr>
          <a:xfrm>
            <a:off x="7125170" y="783474"/>
            <a:ext cx="215753" cy="21575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07877" h="64726" prst="circle"/>
          </a:sp3d>
        </p:spPr>
      </p:sp>
      <p:sp>
        <p:nvSpPr>
          <p:cNvPr id="8" name="3D-Kugel 240"/>
          <p:cNvSpPr/>
          <p:nvPr/>
        </p:nvSpPr>
        <p:spPr>
          <a:xfrm>
            <a:off x="10148195" y="734273"/>
            <a:ext cx="267628" cy="267628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33814" h="80288" prst="circle"/>
          </a:sp3d>
        </p:spPr>
      </p:sp>
      <p:sp>
        <p:nvSpPr>
          <p:cNvPr id="9" name="3D-Kugel 241"/>
          <p:cNvSpPr/>
          <p:nvPr/>
        </p:nvSpPr>
        <p:spPr>
          <a:xfrm>
            <a:off x="3567331" y="1041594"/>
            <a:ext cx="258120" cy="25812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29060" h="77436" prst="circle"/>
          </a:sp3d>
        </p:spPr>
      </p:sp>
      <p:sp>
        <p:nvSpPr>
          <p:cNvPr id="10" name="3D-Kugel 242"/>
          <p:cNvSpPr/>
          <p:nvPr/>
        </p:nvSpPr>
        <p:spPr>
          <a:xfrm>
            <a:off x="3157547" y="971214"/>
            <a:ext cx="263428" cy="263428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31714" h="79028" prst="circle"/>
          </a:sp3d>
        </p:spPr>
      </p:sp>
      <p:sp>
        <p:nvSpPr>
          <p:cNvPr id="11" name="3D-Kugel 243"/>
          <p:cNvSpPr/>
          <p:nvPr/>
        </p:nvSpPr>
        <p:spPr>
          <a:xfrm>
            <a:off x="2429123" y="1089593"/>
            <a:ext cx="176873" cy="17687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8437" h="53062" prst="circle"/>
          </a:sp3d>
        </p:spPr>
      </p:sp>
      <p:sp>
        <p:nvSpPr>
          <p:cNvPr id="12" name="3D-Kugel 244"/>
          <p:cNvSpPr/>
          <p:nvPr/>
        </p:nvSpPr>
        <p:spPr>
          <a:xfrm>
            <a:off x="5988631" y="530232"/>
            <a:ext cx="257534" cy="25753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28767" h="77260" prst="circle"/>
          </a:sp3d>
        </p:spPr>
      </p:sp>
      <p:sp>
        <p:nvSpPr>
          <p:cNvPr id="13" name="3D-Kugel 245"/>
          <p:cNvSpPr/>
          <p:nvPr/>
        </p:nvSpPr>
        <p:spPr>
          <a:xfrm>
            <a:off x="7390754" y="1188288"/>
            <a:ext cx="215852" cy="215852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07926" h="64756" prst="circle"/>
          </a:sp3d>
        </p:spPr>
      </p:sp>
      <p:sp>
        <p:nvSpPr>
          <p:cNvPr id="14" name="3D-Kugel 246"/>
          <p:cNvSpPr/>
          <p:nvPr/>
        </p:nvSpPr>
        <p:spPr>
          <a:xfrm>
            <a:off x="11323122" y="1091558"/>
            <a:ext cx="128027" cy="128027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4014" h="38408" prst="circle"/>
          </a:sp3d>
        </p:spPr>
      </p:sp>
      <p:sp>
        <p:nvSpPr>
          <p:cNvPr id="15" name="3D-Kugel 247"/>
          <p:cNvSpPr/>
          <p:nvPr/>
        </p:nvSpPr>
        <p:spPr>
          <a:xfrm>
            <a:off x="10974292" y="597308"/>
            <a:ext cx="253138" cy="253138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26569" h="75941" prst="circle"/>
          </a:sp3d>
        </p:spPr>
      </p:sp>
      <p:sp>
        <p:nvSpPr>
          <p:cNvPr id="16" name="3D-Kugel 248"/>
          <p:cNvSpPr/>
          <p:nvPr/>
        </p:nvSpPr>
        <p:spPr>
          <a:xfrm>
            <a:off x="11473801" y="427409"/>
            <a:ext cx="118747" cy="118747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9374" h="35624" prst="circle"/>
          </a:sp3d>
        </p:spPr>
      </p:sp>
      <p:sp>
        <p:nvSpPr>
          <p:cNvPr id="17" name="3D-Kugel 249"/>
          <p:cNvSpPr/>
          <p:nvPr/>
        </p:nvSpPr>
        <p:spPr>
          <a:xfrm>
            <a:off x="5826437" y="1012656"/>
            <a:ext cx="166811" cy="16681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406" h="50043" prst="circle"/>
          </a:sp3d>
        </p:spPr>
      </p:sp>
      <p:sp>
        <p:nvSpPr>
          <p:cNvPr id="18" name="3D-Kugel 250"/>
          <p:cNvSpPr/>
          <p:nvPr/>
        </p:nvSpPr>
        <p:spPr>
          <a:xfrm>
            <a:off x="10263536" y="343152"/>
            <a:ext cx="107773" cy="107773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3887" h="32332" prst="circle"/>
          </a:sp3d>
        </p:spPr>
      </p:sp>
      <p:sp>
        <p:nvSpPr>
          <p:cNvPr id="19" name="3D-Kugel 251"/>
          <p:cNvSpPr/>
          <p:nvPr/>
        </p:nvSpPr>
        <p:spPr>
          <a:xfrm>
            <a:off x="6730468" y="1503960"/>
            <a:ext cx="200711" cy="20071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00356" h="60213" prst="circle"/>
          </a:sp3d>
        </p:spPr>
      </p:sp>
      <p:sp>
        <p:nvSpPr>
          <p:cNvPr id="20" name="3D-Kugel 252"/>
          <p:cNvSpPr/>
          <p:nvPr/>
        </p:nvSpPr>
        <p:spPr>
          <a:xfrm>
            <a:off x="11406415" y="1262674"/>
            <a:ext cx="156066" cy="156066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78033" h="46820" prst="circle"/>
          </a:sp3d>
        </p:spPr>
      </p:sp>
      <p:sp>
        <p:nvSpPr>
          <p:cNvPr id="21" name="3D-Kugel 253"/>
          <p:cNvSpPr/>
          <p:nvPr/>
        </p:nvSpPr>
        <p:spPr>
          <a:xfrm>
            <a:off x="6282243" y="1275382"/>
            <a:ext cx="232917" cy="23291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16459" h="69875" prst="circle"/>
          </a:sp3d>
        </p:spPr>
      </p:sp>
      <p:sp>
        <p:nvSpPr>
          <p:cNvPr id="22" name="3D-Kugel 254"/>
          <p:cNvSpPr/>
          <p:nvPr/>
        </p:nvSpPr>
        <p:spPr>
          <a:xfrm>
            <a:off x="7485544" y="1018885"/>
            <a:ext cx="141705" cy="14170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0853" h="42512" prst="circle"/>
          </a:sp3d>
        </p:spPr>
      </p:sp>
      <p:sp>
        <p:nvSpPr>
          <p:cNvPr id="23" name="3D-Kugel 255"/>
          <p:cNvSpPr/>
          <p:nvPr/>
        </p:nvSpPr>
        <p:spPr>
          <a:xfrm>
            <a:off x="8301092" y="831999"/>
            <a:ext cx="141510" cy="141510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0755" h="42453" prst="circle"/>
          </a:sp3d>
        </p:spPr>
      </p:sp>
      <p:sp>
        <p:nvSpPr>
          <p:cNvPr id="24" name="3D-Kugel 256"/>
          <p:cNvSpPr/>
          <p:nvPr/>
        </p:nvSpPr>
        <p:spPr>
          <a:xfrm>
            <a:off x="2194430" y="1352200"/>
            <a:ext cx="125652" cy="12565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62826" h="37696" prst="circle"/>
          </a:sp3d>
        </p:spPr>
      </p:sp>
      <p:sp>
        <p:nvSpPr>
          <p:cNvPr id="25" name="3D-Kugel 257"/>
          <p:cNvSpPr/>
          <p:nvPr/>
        </p:nvSpPr>
        <p:spPr>
          <a:xfrm>
            <a:off x="5137798" y="445024"/>
            <a:ext cx="170330" cy="17033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5165" h="51099" prst="circle"/>
          </a:sp3d>
        </p:spPr>
      </p:sp>
      <p:sp>
        <p:nvSpPr>
          <p:cNvPr id="26" name="3D-Kugel 258"/>
          <p:cNvSpPr/>
          <p:nvPr/>
        </p:nvSpPr>
        <p:spPr>
          <a:xfrm>
            <a:off x="10565806" y="1331585"/>
            <a:ext cx="168865" cy="16886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84433" h="50660" prst="circle"/>
          </a:sp3d>
        </p:spPr>
      </p:sp>
      <p:sp>
        <p:nvSpPr>
          <p:cNvPr id="27" name="3D-Kugel 259"/>
          <p:cNvSpPr/>
          <p:nvPr/>
        </p:nvSpPr>
        <p:spPr>
          <a:xfrm>
            <a:off x="638773" y="625258"/>
            <a:ext cx="197456" cy="19745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98728" h="59237" prst="circle"/>
          </a:sp3d>
        </p:spPr>
      </p:sp>
      <p:sp>
        <p:nvSpPr>
          <p:cNvPr id="28" name="3D-Kugel 260"/>
          <p:cNvSpPr/>
          <p:nvPr/>
        </p:nvSpPr>
        <p:spPr>
          <a:xfrm>
            <a:off x="2577629" y="1495688"/>
            <a:ext cx="149424" cy="14942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74712" h="44827" prst="circle"/>
          </a:sp3d>
        </p:spPr>
      </p:sp>
      <p:sp>
        <p:nvSpPr>
          <p:cNvPr id="29" name="3D-Kugel 261"/>
          <p:cNvSpPr/>
          <p:nvPr/>
        </p:nvSpPr>
        <p:spPr>
          <a:xfrm>
            <a:off x="9856737" y="534549"/>
            <a:ext cx="100969" cy="100969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0485" h="30291" prst="circle"/>
          </a:sp3d>
        </p:spPr>
      </p:sp>
      <p:sp>
        <p:nvSpPr>
          <p:cNvPr id="30" name="3D-Kugel 262"/>
          <p:cNvSpPr/>
          <p:nvPr/>
        </p:nvSpPr>
        <p:spPr>
          <a:xfrm>
            <a:off x="4502308" y="912057"/>
            <a:ext cx="128290" cy="128290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4145" h="38487" prst="circle"/>
          </a:sp3d>
        </p:spPr>
      </p:sp>
      <p:sp>
        <p:nvSpPr>
          <p:cNvPr id="31" name="3D-Kugel 263"/>
          <p:cNvSpPr/>
          <p:nvPr/>
        </p:nvSpPr>
        <p:spPr>
          <a:xfrm>
            <a:off x="2598613" y="550907"/>
            <a:ext cx="124709" cy="12470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2355" h="37413" prst="circle"/>
          </a:sp3d>
        </p:spPr>
      </p:sp>
      <p:sp>
        <p:nvSpPr>
          <p:cNvPr id="32" name="3D-Kugel 264"/>
          <p:cNvSpPr/>
          <p:nvPr/>
        </p:nvSpPr>
        <p:spPr>
          <a:xfrm>
            <a:off x="8801130" y="1304265"/>
            <a:ext cx="166423" cy="16642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3212" h="49927" prst="circle"/>
          </a:sp3d>
        </p:spPr>
      </p:sp>
      <p:sp>
        <p:nvSpPr>
          <p:cNvPr id="33" name="3D-Kugel 265"/>
          <p:cNvSpPr/>
          <p:nvPr/>
        </p:nvSpPr>
        <p:spPr>
          <a:xfrm>
            <a:off x="5295215" y="1139729"/>
            <a:ext cx="146755" cy="146755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73378" h="44027" prst="circle"/>
          </a:sp3d>
        </p:spPr>
      </p:sp>
      <p:sp>
        <p:nvSpPr>
          <p:cNvPr id="34" name="3D-Kugel 266"/>
          <p:cNvSpPr/>
          <p:nvPr/>
        </p:nvSpPr>
        <p:spPr>
          <a:xfrm>
            <a:off x="8020211" y="555356"/>
            <a:ext cx="141903" cy="141903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0952" h="42571" prst="circle"/>
          </a:sp3d>
        </p:spPr>
      </p:sp>
      <p:sp>
        <p:nvSpPr>
          <p:cNvPr id="35" name="3D-Kugel 267"/>
          <p:cNvSpPr/>
          <p:nvPr/>
        </p:nvSpPr>
        <p:spPr>
          <a:xfrm>
            <a:off x="10326779" y="1357118"/>
            <a:ext cx="228068" cy="228068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14034" h="68420" prst="circle"/>
          </a:sp3d>
        </p:spPr>
      </p:sp>
      <p:sp>
        <p:nvSpPr>
          <p:cNvPr id="36" name="3D-Ei 268"/>
          <p:cNvSpPr/>
          <p:nvPr/>
        </p:nvSpPr>
        <p:spPr>
          <a:xfrm rot="-720000">
            <a:off x="914400" y="4754880"/>
            <a:ext cx="1097280" cy="1426464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48640" h="329184" prst="circle"/>
          </a:sp3d>
        </p:spPr>
      </p:sp>
      <p:sp>
        <p:nvSpPr>
          <p:cNvPr id="37" name="Glanzlicht 269"/>
          <p:cNvSpPr/>
          <p:nvPr/>
        </p:nvSpPr>
        <p:spPr>
          <a:xfrm rot="-2520000">
            <a:off x="1133856" y="4897526"/>
            <a:ext cx="351130" cy="28529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8" name="3D-Ei 270"/>
          <p:cNvSpPr/>
          <p:nvPr/>
        </p:nvSpPr>
        <p:spPr>
          <a:xfrm rot="600000">
            <a:off x="2103120" y="5120640"/>
            <a:ext cx="914400" cy="1188720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sp>
        <p:nvSpPr>
          <p:cNvPr id="39" name="Glanzlicht 271"/>
          <p:cNvSpPr/>
          <p:nvPr/>
        </p:nvSpPr>
        <p:spPr>
          <a:xfrm rot="-1200000">
            <a:off x="2286000" y="5239512"/>
            <a:ext cx="292608" cy="237744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40" name="3D-Ei 272"/>
          <p:cNvSpPr/>
          <p:nvPr/>
        </p:nvSpPr>
        <p:spPr>
          <a:xfrm rot="720000">
            <a:off x="10058400" y="4846320"/>
            <a:ext cx="1097280" cy="1426464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48640" h="329184" prst="circle"/>
          </a:sp3d>
        </p:spPr>
      </p:sp>
      <p:sp>
        <p:nvSpPr>
          <p:cNvPr id="41" name="Glanzlicht 273"/>
          <p:cNvSpPr/>
          <p:nvPr/>
        </p:nvSpPr>
        <p:spPr>
          <a:xfrm rot="-1080000">
            <a:off x="10277856" y="4988966"/>
            <a:ext cx="351130" cy="28529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42" name="3D-Ei 274"/>
          <p:cNvSpPr/>
          <p:nvPr/>
        </p:nvSpPr>
        <p:spPr>
          <a:xfrm rot="-480000">
            <a:off x="8961120" y="5212080"/>
            <a:ext cx="822960" cy="1069848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11480" h="246888" prst="circle"/>
          </a:sp3d>
        </p:spPr>
      </p:sp>
      <p:sp>
        <p:nvSpPr>
          <p:cNvPr id="43" name="Glanzlicht 275"/>
          <p:cNvSpPr/>
          <p:nvPr/>
        </p:nvSpPr>
        <p:spPr>
          <a:xfrm rot="-2280000">
            <a:off x="9125712" y="5319065"/>
            <a:ext cx="263347" cy="213970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44" name="3D-Kugel 276"/>
          <p:cNvSpPr/>
          <p:nvPr/>
        </p:nvSpPr>
        <p:spPr>
          <a:xfrm>
            <a:off x="3610938" y="5155883"/>
            <a:ext cx="78545" cy="7854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39273" h="23564" prst="circle"/>
          </a:sp3d>
        </p:spPr>
      </p:sp>
      <p:sp>
        <p:nvSpPr>
          <p:cNvPr id="45" name="3D-Kugel 277"/>
          <p:cNvSpPr/>
          <p:nvPr/>
        </p:nvSpPr>
        <p:spPr>
          <a:xfrm>
            <a:off x="3308917" y="5791388"/>
            <a:ext cx="73865" cy="7386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36933" h="22160" prst="circle"/>
          </a:sp3d>
        </p:spPr>
      </p:sp>
      <p:sp>
        <p:nvSpPr>
          <p:cNvPr id="46" name="3D-Kugel 278"/>
          <p:cNvSpPr/>
          <p:nvPr/>
        </p:nvSpPr>
        <p:spPr>
          <a:xfrm>
            <a:off x="3588780" y="6204303"/>
            <a:ext cx="193348" cy="193348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96674" h="58004" prst="circle"/>
          </a:sp3d>
        </p:spPr>
      </p:sp>
      <p:sp>
        <p:nvSpPr>
          <p:cNvPr id="47" name="3D-Kugel 279"/>
          <p:cNvSpPr/>
          <p:nvPr/>
        </p:nvSpPr>
        <p:spPr>
          <a:xfrm>
            <a:off x="6705564" y="6023563"/>
            <a:ext cx="106287" cy="10628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3144" h="31886" prst="circle"/>
          </a:sp3d>
        </p:spPr>
      </p:sp>
      <p:sp>
        <p:nvSpPr>
          <p:cNvPr id="48" name="3D-Kugel 280"/>
          <p:cNvSpPr/>
          <p:nvPr/>
        </p:nvSpPr>
        <p:spPr>
          <a:xfrm>
            <a:off x="4123557" y="5455274"/>
            <a:ext cx="122054" cy="122054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1027" h="36616" prst="circle"/>
          </a:sp3d>
        </p:spPr>
      </p:sp>
      <p:sp>
        <p:nvSpPr>
          <p:cNvPr id="49" name="3D-Kugel 281"/>
          <p:cNvSpPr/>
          <p:nvPr/>
        </p:nvSpPr>
        <p:spPr>
          <a:xfrm>
            <a:off x="3474753" y="6204819"/>
            <a:ext cx="165972" cy="165972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2986" h="49792" prst="circle"/>
          </a:sp3d>
        </p:spPr>
      </p:sp>
      <p:sp>
        <p:nvSpPr>
          <p:cNvPr id="50" name="3D-Kugel 282"/>
          <p:cNvSpPr/>
          <p:nvPr/>
        </p:nvSpPr>
        <p:spPr>
          <a:xfrm>
            <a:off x="6960348" y="5386664"/>
            <a:ext cx="163366" cy="163366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1683" h="49010" prst="circle"/>
          </a:sp3d>
        </p:spPr>
      </p:sp>
      <p:sp>
        <p:nvSpPr>
          <p:cNvPr id="51" name="3D-Kugel 283"/>
          <p:cNvSpPr/>
          <p:nvPr/>
        </p:nvSpPr>
        <p:spPr>
          <a:xfrm>
            <a:off x="6143275" y="5678072"/>
            <a:ext cx="167575" cy="167575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788" h="50273" prst="circle"/>
          </a:sp3d>
        </p:spPr>
      </p:sp>
      <p:sp>
        <p:nvSpPr>
          <p:cNvPr id="52" name="3D-Kugel 284"/>
          <p:cNvSpPr/>
          <p:nvPr/>
        </p:nvSpPr>
        <p:spPr>
          <a:xfrm>
            <a:off x="8630315" y="5330243"/>
            <a:ext cx="103925" cy="10392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1963" h="31178" prst="circle"/>
          </a:sp3d>
        </p:spPr>
      </p:sp>
      <p:sp>
        <p:nvSpPr>
          <p:cNvPr id="53" name="3D-Kugel 285"/>
          <p:cNvSpPr/>
          <p:nvPr/>
        </p:nvSpPr>
        <p:spPr>
          <a:xfrm>
            <a:off x="5814233" y="5893783"/>
            <a:ext cx="153769" cy="15376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6885" h="46131" prst="circle"/>
          </a:sp3d>
        </p:spPr>
      </p:sp>
      <p:sp>
        <p:nvSpPr>
          <p:cNvPr id="54" name="3D-Kugel 286"/>
          <p:cNvSpPr/>
          <p:nvPr/>
        </p:nvSpPr>
        <p:spPr>
          <a:xfrm>
            <a:off x="5420898" y="5636209"/>
            <a:ext cx="114418" cy="114418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7209" h="34325" prst="circle"/>
          </a:sp3d>
        </p:spPr>
      </p:sp>
      <p:sp>
        <p:nvSpPr>
          <p:cNvPr id="55" name="3D-Kugel 287"/>
          <p:cNvSpPr/>
          <p:nvPr/>
        </p:nvSpPr>
        <p:spPr>
          <a:xfrm>
            <a:off x="4240982" y="6080541"/>
            <a:ext cx="167226" cy="16722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613" h="50168" prst="circle"/>
          </a:sp3d>
        </p:spPr>
      </p:sp>
      <p:sp>
        <p:nvSpPr>
          <p:cNvPr id="56" name="3D-Kugel 288"/>
          <p:cNvSpPr/>
          <p:nvPr/>
        </p:nvSpPr>
        <p:spPr>
          <a:xfrm>
            <a:off x="4560855" y="5546459"/>
            <a:ext cx="109502" cy="10950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4751" h="32851" prst="circle"/>
          </a:sp3d>
        </p:spPr>
      </p:sp>
      <p:sp>
        <p:nvSpPr>
          <p:cNvPr id="57" name="3D-Kugel 289"/>
          <p:cNvSpPr/>
          <p:nvPr/>
        </p:nvSpPr>
        <p:spPr>
          <a:xfrm>
            <a:off x="8579026" y="5540458"/>
            <a:ext cx="122602" cy="122602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1301" h="36781" prst="circle"/>
          </a:sp3d>
        </p:spPr>
      </p:sp>
      <p:sp>
        <p:nvSpPr>
          <p:cNvPr id="58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Danke fürs Zuhören!</a:t>
            </a:r>
            <a:endParaRPr lang="en-US" sz="5400" dirty="0"/>
          </a:p>
        </p:txBody>
      </p:sp>
      <p:sp>
        <p:nvSpPr>
          <p:cNvPr id="59" name="Text 0"/>
          <p:cNvSpPr/>
          <p:nvPr>
            <p:ph idx="101" type="body" hasCustomPrompt="1"/>
          </p:nvPr>
        </p:nvSpPr>
        <p:spPr>
          <a:xfrm>
            <a:off x="2103120" y="356616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Fragen?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rneval und Ostern">
  <a:themeElements>
    <a:clrScheme name="Karneval und Ostern">
      <a:dk1>
        <a:srgbClr val="1A1033"/>
      </a:dk1>
      <a:lt1>
        <a:srgbClr val="FFFFFF"/>
      </a:lt1>
      <a:dk2>
        <a:srgbClr val="6A3FB5"/>
      </a:dk2>
      <a:lt2>
        <a:srgbClr val="F4F0FF"/>
      </a:lt2>
      <a:accent1>
        <a:srgbClr val="FF2E63"/>
      </a:accent1>
      <a:accent2>
        <a:srgbClr val="FFB703"/>
      </a:accent2>
      <a:accent3>
        <a:srgbClr val="0FB5A6"/>
      </a:accent3>
      <a:accent4>
        <a:srgbClr val="3A6FF7"/>
      </a:accent4>
      <a:accent5>
        <a:srgbClr val="9BE3B0"/>
      </a:accent5>
      <a:accent6>
        <a:srgbClr val="FFB3D1"/>
      </a:accent6>
      <a:hlink>
        <a:srgbClr val="3A6FF7"/>
      </a:hlink>
      <a:folHlink>
        <a:srgbClr val="6A3FB5"/>
      </a:folHlink>
    </a:clrScheme>
    <a:fontScheme name="Karneval und Ostern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Karneval &amp; Ostern</dc:title>
  <dc:subject>Religion: Feste im Kirchenjahr</dc:subject>
  <dc:creator>PptxGenJS</dc:creator>
  <cp:lastModifiedBy>PptxGenJS</cp:lastModifiedBy>
  <cp:revision>1</cp:revision>
  <dcterms:created xsi:type="dcterms:W3CDTF">2026-10-12T07:55:32Z</dcterms:created>
  <dcterms:modified xsi:type="dcterms:W3CDTF">2026-10-12T07:55:32Z</dcterms:modified>
</cp:coreProperties>
</file>