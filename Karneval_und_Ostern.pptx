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af917a20-3c07-5617-026c-98f00f3a6f24}">
          <p14:sldIdLst>
            <p14:sldId id="256"/>
            <p14:sldId id="257"/>
          </p14:sldIdLst>
        </p14:section>
        <p14:section name="Karneval" id="{0304d8ab-a957-f0cf-5c7b-69e70d99ae4a}">
          <p14:sldIdLst>
            <p14:sldId id="258"/>
            <p14:sldId id="259"/>
            <p14:sldId id="260"/>
            <p14:sldId id="261"/>
          </p14:sldIdLst>
        </p14:section>
        <p14:section name="Fastenzeit" id="{3429fce2-499e-eb1c-1dcc-ce1fd6d0a214}">
          <p14:sldIdLst>
            <p14:sldId id="262"/>
            <p14:sldId id="263"/>
            <p14:sldId id="264"/>
          </p14:sldIdLst>
        </p14:section>
        <p14:section name="Ostern" id="{8852089d-3449-feac-293f-1d099b593fc8}">
          <p14:sldIdLst>
            <p14:sldId id="265"/>
            <p14:sldId id="266"/>
            <p14:sldId id="267"/>
            <p14:sldId id="268"/>
          </p14:sldIdLst>
        </p14:section>
        <p14:section name="Abschluss" id="{185bd407-f735-cfea-d426-2241b3e47f40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Fastenzei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480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480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480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480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4864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Hier deinen 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0" y="1600200"/>
            <a:ext cx="54864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Hier deinen Text einfügen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2743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886200"/>
            <a:ext cx="2743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Kurzer Text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246120"/>
            <a:ext cx="2743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886200"/>
            <a:ext cx="2743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Kurzer Text</a:t>
            </a:r>
            <a:endParaRPr lang="en-US" sz="15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246120"/>
            <a:ext cx="2743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0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886200"/>
            <a:ext cx="2743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Kurzer Text</a:t>
            </a:r>
            <a:endParaRPr lang="en-US" sz="15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ahlen und Fakte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Zahlen &amp; Fakten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331720"/>
            <a:ext cx="3474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00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2926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Was bedeutet diese Zahl?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343400" y="2331720"/>
            <a:ext cx="3474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00</a:t>
            </a:r>
            <a:endParaRPr lang="en-US" sz="6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617720" y="3703320"/>
            <a:ext cx="2926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Was bedeutet diese Zahl?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138160" y="2331720"/>
            <a:ext cx="3474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00</a:t>
            </a:r>
            <a:endParaRPr lang="en-US" sz="66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412480" y="3703320"/>
            <a:ext cx="2926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Was bedeutet diese Zahl?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5186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21792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8398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98648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111496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324344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37192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aster 2x2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4884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Symbol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148840" y="242316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bedeutet dieses Symbol?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81812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Symbol 2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818120" y="242316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bedeutet dieses Symbol?</a:t>
            </a:r>
            <a:endParaRPr lang="en-US" sz="15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148840" y="429768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Symbol 3</a:t>
            </a:r>
            <a:endParaRPr lang="en-US" sz="20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148840" y="480060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bedeutet dieses Symbol?</a:t>
            </a:r>
            <a:endParaRPr lang="en-US" sz="15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Symbol 4</a:t>
            </a:r>
            <a:endParaRPr lang="en-US" sz="2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7818120" y="480060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bedeutet dieses Symbol?</a:t>
            </a:r>
            <a:endParaRPr lang="en-US" sz="1500" dirty="0"/>
          </a:p>
        </p:txBody>
      </p:sp>
      <p:sp>
        <p:nvSpPr>
          <p:cNvPr id="11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g zu Oster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Der Weg zu Ostern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840480"/>
            <a:ext cx="2606040" cy="2057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Was gehört zu dieser Zeit?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057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Was gehört zu dieser Zeit?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057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gehört zu dieser Zeit?</a:t>
            </a:r>
            <a:endParaRPr lang="en-US" sz="15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belvers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2354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Bibelvers oder Zitat einfügen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617720"/>
            <a:ext cx="9235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Bibelstelle (z. B. Mk 16,6)</a:t>
            </a: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 · Quellen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"/>
          <p:cNvSpPr/>
          <p:nvPr/>
        </p:nvSpPr>
        <p:spPr>
          <a:xfrm>
            <a:off x="9686116" y="1052299"/>
            <a:ext cx="181127" cy="1811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0564" h="54338" prst="circle"/>
          </a:sp3d>
        </p:spPr>
      </p:sp>
      <p:sp>
        <p:nvSpPr>
          <p:cNvPr id="3" name="3D-Kugel 2"/>
          <p:cNvSpPr/>
          <p:nvPr/>
        </p:nvSpPr>
        <p:spPr>
          <a:xfrm>
            <a:off x="9189813" y="3399207"/>
            <a:ext cx="136059" cy="136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8030" h="40818" prst="circle"/>
          </a:sp3d>
        </p:spPr>
      </p:sp>
      <p:sp>
        <p:nvSpPr>
          <p:cNvPr id="4" name="3D-Kugel 3"/>
          <p:cNvSpPr/>
          <p:nvPr/>
        </p:nvSpPr>
        <p:spPr>
          <a:xfrm>
            <a:off x="11148967" y="3914468"/>
            <a:ext cx="105807" cy="10580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2904" h="31742" prst="circle"/>
          </a:sp3d>
        </p:spPr>
      </p:sp>
      <p:sp>
        <p:nvSpPr>
          <p:cNvPr id="5" name="3D-Kugel 4"/>
          <p:cNvSpPr/>
          <p:nvPr/>
        </p:nvSpPr>
        <p:spPr>
          <a:xfrm>
            <a:off x="8476837" y="5021964"/>
            <a:ext cx="166571" cy="16657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286" h="49971" prst="circle"/>
          </a:sp3d>
        </p:spPr>
      </p:sp>
      <p:sp>
        <p:nvSpPr>
          <p:cNvPr id="6" name="3D-Kugel 5"/>
          <p:cNvSpPr/>
          <p:nvPr/>
        </p:nvSpPr>
        <p:spPr>
          <a:xfrm>
            <a:off x="7557682" y="3314594"/>
            <a:ext cx="211673" cy="2116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5837" h="63502" prst="circle"/>
          </a:sp3d>
        </p:spPr>
      </p:sp>
      <p:sp>
        <p:nvSpPr>
          <p:cNvPr id="7" name="3D-Kugel 6"/>
          <p:cNvSpPr/>
          <p:nvPr/>
        </p:nvSpPr>
        <p:spPr>
          <a:xfrm>
            <a:off x="10205651" y="1312369"/>
            <a:ext cx="134431" cy="13443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7216" h="40329" prst="circle"/>
          </a:sp3d>
        </p:spPr>
      </p:sp>
      <p:sp>
        <p:nvSpPr>
          <p:cNvPr id="8" name="3D-Kugel 7"/>
          <p:cNvSpPr/>
          <p:nvPr/>
        </p:nvSpPr>
        <p:spPr>
          <a:xfrm>
            <a:off x="9357001" y="1411078"/>
            <a:ext cx="193926" cy="1939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963" h="58178" prst="circle"/>
          </a:sp3d>
        </p:spPr>
      </p:sp>
      <p:sp>
        <p:nvSpPr>
          <p:cNvPr id="9" name="3D-Kugel 8"/>
          <p:cNvSpPr/>
          <p:nvPr/>
        </p:nvSpPr>
        <p:spPr>
          <a:xfrm>
            <a:off x="11422945" y="6210179"/>
            <a:ext cx="100597" cy="10059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299" h="30179" prst="circle"/>
          </a:sp3d>
        </p:spPr>
      </p:sp>
      <p:sp>
        <p:nvSpPr>
          <p:cNvPr id="10" name="3D-Kugel 9"/>
          <p:cNvSpPr/>
          <p:nvPr/>
        </p:nvSpPr>
        <p:spPr>
          <a:xfrm>
            <a:off x="9204330" y="6112348"/>
            <a:ext cx="113525" cy="1135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763" h="34058" prst="circle"/>
          </a:sp3d>
        </p:spPr>
      </p:sp>
      <p:sp>
        <p:nvSpPr>
          <p:cNvPr id="11" name="3D-Kugel 10"/>
          <p:cNvSpPr/>
          <p:nvPr/>
        </p:nvSpPr>
        <p:spPr>
          <a:xfrm>
            <a:off x="9087683" y="3667885"/>
            <a:ext cx="126030" cy="12603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015" h="37809" prst="circle"/>
          </a:sp3d>
        </p:spPr>
      </p:sp>
      <p:sp>
        <p:nvSpPr>
          <p:cNvPr id="12" name="3D-Kugel 11"/>
          <p:cNvSpPr/>
          <p:nvPr/>
        </p:nvSpPr>
        <p:spPr>
          <a:xfrm>
            <a:off x="8447511" y="1373120"/>
            <a:ext cx="214312" cy="21431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7156" h="64294" prst="circle"/>
          </a:sp3d>
        </p:spPr>
      </p:sp>
      <p:sp>
        <p:nvSpPr>
          <p:cNvPr id="13" name="3D-Kugel 12"/>
          <p:cNvSpPr/>
          <p:nvPr/>
        </p:nvSpPr>
        <p:spPr>
          <a:xfrm>
            <a:off x="9140207" y="1727536"/>
            <a:ext cx="271690" cy="27169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5845" h="81507" prst="circle"/>
          </a:sp3d>
        </p:spPr>
      </p:sp>
      <p:sp>
        <p:nvSpPr>
          <p:cNvPr id="14" name="3D-Kugel 13"/>
          <p:cNvSpPr/>
          <p:nvPr/>
        </p:nvSpPr>
        <p:spPr>
          <a:xfrm>
            <a:off x="8671031" y="1277329"/>
            <a:ext cx="191485" cy="191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5743" h="57446" prst="circle"/>
          </a:sp3d>
        </p:spPr>
      </p:sp>
      <p:sp>
        <p:nvSpPr>
          <p:cNvPr id="15" name="3D-Kugel 14"/>
          <p:cNvSpPr/>
          <p:nvPr/>
        </p:nvSpPr>
        <p:spPr>
          <a:xfrm>
            <a:off x="8749854" y="2428885"/>
            <a:ext cx="232776" cy="23277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6388" h="69833" prst="circle"/>
          </a:sp3d>
        </p:spPr>
      </p:sp>
      <p:sp>
        <p:nvSpPr>
          <p:cNvPr id="16" name="3D-Kugel 15"/>
          <p:cNvSpPr/>
          <p:nvPr/>
        </p:nvSpPr>
        <p:spPr>
          <a:xfrm>
            <a:off x="11360377" y="1802540"/>
            <a:ext cx="106004" cy="10600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3002" h="31801" prst="circle"/>
          </a:sp3d>
        </p:spPr>
      </p:sp>
      <p:sp>
        <p:nvSpPr>
          <p:cNvPr id="17" name="3D-Kugel 16"/>
          <p:cNvSpPr/>
          <p:nvPr/>
        </p:nvSpPr>
        <p:spPr>
          <a:xfrm>
            <a:off x="9256673" y="1752095"/>
            <a:ext cx="253129" cy="25312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6565" h="75939" prst="circle"/>
          </a:sp3d>
        </p:spPr>
      </p:sp>
      <p:sp>
        <p:nvSpPr>
          <p:cNvPr id="18" name="3D-Kugel 17"/>
          <p:cNvSpPr/>
          <p:nvPr/>
        </p:nvSpPr>
        <p:spPr>
          <a:xfrm>
            <a:off x="8979463" y="4862012"/>
            <a:ext cx="201710" cy="20171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0855" h="60513" prst="circle"/>
          </a:sp3d>
        </p:spPr>
      </p:sp>
      <p:sp>
        <p:nvSpPr>
          <p:cNvPr id="19" name="3D-Kugel 18"/>
          <p:cNvSpPr/>
          <p:nvPr/>
        </p:nvSpPr>
        <p:spPr>
          <a:xfrm>
            <a:off x="7816915" y="1690112"/>
            <a:ext cx="210829" cy="21082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5415" h="63249" prst="circle"/>
          </a:sp3d>
        </p:spPr>
      </p:sp>
      <p:sp>
        <p:nvSpPr>
          <p:cNvPr id="20" name="3D-Kugel 19"/>
          <p:cNvSpPr/>
          <p:nvPr/>
        </p:nvSpPr>
        <p:spPr>
          <a:xfrm>
            <a:off x="7620423" y="649410"/>
            <a:ext cx="173803" cy="17380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02" h="52141" prst="circle"/>
          </a:sp3d>
        </p:spPr>
      </p:sp>
      <p:sp>
        <p:nvSpPr>
          <p:cNvPr id="21" name="3D-Kugel 20"/>
          <p:cNvSpPr/>
          <p:nvPr/>
        </p:nvSpPr>
        <p:spPr>
          <a:xfrm>
            <a:off x="10223419" y="4221008"/>
            <a:ext cx="166835" cy="16683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18" h="50051" prst="circle"/>
          </a:sp3d>
        </p:spPr>
      </p:sp>
      <p:sp>
        <p:nvSpPr>
          <p:cNvPr id="22" name="3D-Kugel 21"/>
          <p:cNvSpPr/>
          <p:nvPr/>
        </p:nvSpPr>
        <p:spPr>
          <a:xfrm>
            <a:off x="8622893" y="2934138"/>
            <a:ext cx="266123" cy="26612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3062" h="79837" prst="circle"/>
          </a:sp3d>
        </p:spPr>
      </p:sp>
      <p:sp>
        <p:nvSpPr>
          <p:cNvPr id="23" name="3D-Kugel 22"/>
          <p:cNvSpPr/>
          <p:nvPr/>
        </p:nvSpPr>
        <p:spPr>
          <a:xfrm>
            <a:off x="9150209" y="5349701"/>
            <a:ext cx="182108" cy="18210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054" h="54632" prst="circle"/>
          </a:sp3d>
        </p:spPr>
      </p:sp>
      <p:sp>
        <p:nvSpPr>
          <p:cNvPr id="24" name="3D-Kugel 23"/>
          <p:cNvSpPr/>
          <p:nvPr/>
        </p:nvSpPr>
        <p:spPr>
          <a:xfrm>
            <a:off x="9155917" y="1937609"/>
            <a:ext cx="173869" cy="17386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35" h="52161" prst="circle"/>
          </a:sp3d>
        </p:spPr>
      </p:sp>
      <p:sp>
        <p:nvSpPr>
          <p:cNvPr id="25" name="3D-Kugel 24"/>
          <p:cNvSpPr/>
          <p:nvPr/>
        </p:nvSpPr>
        <p:spPr>
          <a:xfrm>
            <a:off x="10520786" y="1155594"/>
            <a:ext cx="134727" cy="13472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7364" h="40418" prst="circle"/>
          </a:sp3d>
        </p:spPr>
      </p:sp>
      <p:sp>
        <p:nvSpPr>
          <p:cNvPr id="26" name="3D-Kugel 25"/>
          <p:cNvSpPr/>
          <p:nvPr/>
        </p:nvSpPr>
        <p:spPr>
          <a:xfrm>
            <a:off x="10620893" y="5503655"/>
            <a:ext cx="140882" cy="14088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441" h="42265" prst="circle"/>
          </a:sp3d>
        </p:spPr>
      </p:sp>
      <p:sp>
        <p:nvSpPr>
          <p:cNvPr id="27" name="3D-Kugel 26"/>
          <p:cNvSpPr/>
          <p:nvPr/>
        </p:nvSpPr>
        <p:spPr>
          <a:xfrm>
            <a:off x="11212436" y="5405909"/>
            <a:ext cx="268534" cy="2685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4267" h="80560" prst="circle"/>
          </a:sp3d>
        </p:spPr>
      </p:sp>
      <p:sp>
        <p:nvSpPr>
          <p:cNvPr id="28" name="3D-Ei 27"/>
          <p:cNvSpPr/>
          <p:nvPr/>
        </p:nvSpPr>
        <p:spPr>
          <a:xfrm rot="-720000">
            <a:off x="8869680" y="1097280"/>
            <a:ext cx="2103120" cy="2734056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051560" h="630936" prst="circle"/>
          </a:sp3d>
        </p:spPr>
      </p:sp>
      <p:sp>
        <p:nvSpPr>
          <p:cNvPr id="29" name="Glanzlicht 28"/>
          <p:cNvSpPr/>
          <p:nvPr/>
        </p:nvSpPr>
        <p:spPr>
          <a:xfrm rot="-2520000">
            <a:off x="9290304" y="1370686"/>
            <a:ext cx="672998" cy="546811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0" name="3D-Ei 29"/>
          <p:cNvSpPr/>
          <p:nvPr/>
        </p:nvSpPr>
        <p:spPr>
          <a:xfrm rot="600000">
            <a:off x="7589520" y="2926080"/>
            <a:ext cx="1737360" cy="225856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sp>
        <p:nvSpPr>
          <p:cNvPr id="31" name="Glanzlicht 30"/>
          <p:cNvSpPr/>
          <p:nvPr/>
        </p:nvSpPr>
        <p:spPr>
          <a:xfrm rot="-1200000">
            <a:off x="7936992" y="3151937"/>
            <a:ext cx="555955" cy="45171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2" name="3D-Ei 31"/>
          <p:cNvSpPr/>
          <p:nvPr/>
        </p:nvSpPr>
        <p:spPr>
          <a:xfrm rot="1080000">
            <a:off x="9966960" y="3566160"/>
            <a:ext cx="1463040" cy="1901952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3" name="Glanzlicht 32"/>
          <p:cNvSpPr/>
          <p:nvPr/>
        </p:nvSpPr>
        <p:spPr>
          <a:xfrm rot="-720000">
            <a:off x="10259568" y="375635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4" name="3D-Kugel Symbol 33"/>
          <p:cNvSpPr/>
          <p:nvPr/>
        </p:nvSpPr>
        <p:spPr>
          <a:xfrm>
            <a:off x="7863840" y="91440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35" name="Symbol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1133856"/>
            <a:ext cx="475488" cy="475488"/>
          </a:xfrm>
          <a:prstGeom prst="rect">
            <a:avLst/>
          </a:prstGeom>
        </p:spPr>
      </p:pic>
      <p:sp>
        <p:nvSpPr>
          <p:cNvPr id="36" name="3D-Kugel 34"/>
          <p:cNvSpPr/>
          <p:nvPr/>
        </p:nvSpPr>
        <p:spPr>
          <a:xfrm>
            <a:off x="1938840" y="1208494"/>
            <a:ext cx="109465" cy="1094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33" h="32840" prst="circle"/>
          </a:sp3d>
        </p:spPr>
      </p:sp>
      <p:sp>
        <p:nvSpPr>
          <p:cNvPr id="37" name="3D-Kugel 35"/>
          <p:cNvSpPr/>
          <p:nvPr/>
        </p:nvSpPr>
        <p:spPr>
          <a:xfrm>
            <a:off x="4387241" y="659602"/>
            <a:ext cx="115274" cy="1152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7637" h="34582" prst="circle"/>
          </a:sp3d>
        </p:spPr>
      </p:sp>
      <p:sp>
        <p:nvSpPr>
          <p:cNvPr id="38" name="3D-Kugel 36"/>
          <p:cNvSpPr/>
          <p:nvPr/>
        </p:nvSpPr>
        <p:spPr>
          <a:xfrm>
            <a:off x="3094066" y="734131"/>
            <a:ext cx="178742" cy="17874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9371" h="53623" prst="circle"/>
          </a:sp3d>
        </p:spPr>
      </p:sp>
      <p:sp>
        <p:nvSpPr>
          <p:cNvPr id="39" name="3D-Kugel 37"/>
          <p:cNvSpPr/>
          <p:nvPr/>
        </p:nvSpPr>
        <p:spPr>
          <a:xfrm>
            <a:off x="5997844" y="1024366"/>
            <a:ext cx="126131" cy="12613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3066" h="37839" prst="circle"/>
          </a:sp3d>
        </p:spPr>
      </p:sp>
      <p:sp>
        <p:nvSpPr>
          <p:cNvPr id="40" name="3D-Kugel 38"/>
          <p:cNvSpPr/>
          <p:nvPr/>
        </p:nvSpPr>
        <p:spPr>
          <a:xfrm>
            <a:off x="4255259" y="1017576"/>
            <a:ext cx="112891" cy="11289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446" h="33867" prst="circle"/>
          </a:sp3d>
        </p:spPr>
      </p:sp>
      <p:sp>
        <p:nvSpPr>
          <p:cNvPr id="41" name="3D-Kugel 39"/>
          <p:cNvSpPr/>
          <p:nvPr/>
        </p:nvSpPr>
        <p:spPr>
          <a:xfrm>
            <a:off x="5762524" y="1071661"/>
            <a:ext cx="75012" cy="7501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7506" h="22504" prst="circle"/>
          </a:sp3d>
        </p:spPr>
      </p:sp>
      <p:sp>
        <p:nvSpPr>
          <p:cNvPr id="42" name="3D-Kugel 40"/>
          <p:cNvSpPr/>
          <p:nvPr/>
        </p:nvSpPr>
        <p:spPr>
          <a:xfrm>
            <a:off x="1623483" y="632487"/>
            <a:ext cx="167944" cy="16794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972" h="50383" prst="circle"/>
          </a:sp3d>
        </p:spPr>
      </p:sp>
      <p:sp>
        <p:nvSpPr>
          <p:cNvPr id="43" name="3D-Kugel 41"/>
          <p:cNvSpPr/>
          <p:nvPr/>
        </p:nvSpPr>
        <p:spPr>
          <a:xfrm>
            <a:off x="5398966" y="960408"/>
            <a:ext cx="108221" cy="1082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4111" h="32466" prst="circle"/>
          </a:sp3d>
        </p:spPr>
      </p:sp>
      <p:sp>
        <p:nvSpPr>
          <p:cNvPr id="44" name="3D-Kugel 42"/>
          <p:cNvSpPr/>
          <p:nvPr/>
        </p:nvSpPr>
        <p:spPr>
          <a:xfrm>
            <a:off x="2645645" y="695867"/>
            <a:ext cx="161021" cy="16102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0511" h="48306" prst="circle"/>
          </a:sp3d>
        </p:spPr>
      </p:sp>
      <p:sp>
        <p:nvSpPr>
          <p:cNvPr id="45" name="3D-Kugel 43"/>
          <p:cNvSpPr/>
          <p:nvPr/>
        </p:nvSpPr>
        <p:spPr>
          <a:xfrm>
            <a:off x="1301822" y="1012782"/>
            <a:ext cx="152606" cy="1526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303" h="45782" prst="circle"/>
          </a:sp3d>
        </p:spPr>
      </p:sp>
      <p:sp>
        <p:nvSpPr>
          <p:cNvPr id="46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47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Feste im Kirchenjahr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6680" dist="45720" dir="5400000">
              <a:srgbClr val="2A1640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 – Feiern vor dem Fasten</a:t>
            </a:r>
            <a:endParaRPr lang="en-US" sz="2000" dirty="0"/>
          </a:p>
        </p:txBody>
      </p:sp>
      <p:sp>
        <p:nvSpPr>
          <p:cNvPr id="5" name="3D-Kugel 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2A1640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Die Fastenzeit</a:t>
            </a:r>
            <a:endParaRPr lang="en-US" sz="2000" dirty="0"/>
          </a:p>
        </p:txBody>
      </p:sp>
      <p:sp>
        <p:nvSpPr>
          <p:cNvPr id="8" name="3D-Kugel 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6680" dist="45720" dir="5400000">
              <a:srgbClr val="2A1640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 – Fest der Auferstehung</a:t>
            </a:r>
            <a:endParaRPr lang="en-US" sz="2000" dirty="0"/>
          </a:p>
        </p:txBody>
      </p:sp>
      <p:sp>
        <p:nvSpPr>
          <p:cNvPr id="11" name="3D-Kugel 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2A1640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Der Weg zu Ostern</a:t>
            </a:r>
            <a:endParaRPr lang="en-US" sz="2000" dirty="0"/>
          </a:p>
        </p:txBody>
      </p:sp>
      <p:sp>
        <p:nvSpPr>
          <p:cNvPr id="14" name="3D-Karte Bildfläche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4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44"/>
          <p:cNvSpPr/>
          <p:nvPr/>
        </p:nvSpPr>
        <p:spPr>
          <a:xfrm>
            <a:off x="8018055" y="2712346"/>
            <a:ext cx="78485" cy="78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43" h="23546" prst="circle"/>
          </a:sp3d>
        </p:spPr>
      </p:sp>
      <p:sp>
        <p:nvSpPr>
          <p:cNvPr id="16" name="3D-Kugel 45"/>
          <p:cNvSpPr/>
          <p:nvPr/>
        </p:nvSpPr>
        <p:spPr>
          <a:xfrm>
            <a:off x="9882912" y="3266011"/>
            <a:ext cx="101059" cy="101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530" h="30318" prst="circle"/>
          </a:sp3d>
        </p:spPr>
      </p:sp>
      <p:sp>
        <p:nvSpPr>
          <p:cNvPr id="17" name="3D-Kugel 46"/>
          <p:cNvSpPr/>
          <p:nvPr/>
        </p:nvSpPr>
        <p:spPr>
          <a:xfrm>
            <a:off x="10989593" y="5021337"/>
            <a:ext cx="126426" cy="1264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3213" h="37928" prst="circle"/>
          </a:sp3d>
        </p:spPr>
      </p:sp>
      <p:sp>
        <p:nvSpPr>
          <p:cNvPr id="18" name="3D-Kugel 47"/>
          <p:cNvSpPr/>
          <p:nvPr/>
        </p:nvSpPr>
        <p:spPr>
          <a:xfrm>
            <a:off x="8854417" y="5705251"/>
            <a:ext cx="90580" cy="9058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45290" h="27174" prst="circle"/>
          </a:sp3d>
        </p:spPr>
      </p:sp>
      <p:sp>
        <p:nvSpPr>
          <p:cNvPr id="19" name="3D-Kugel 48"/>
          <p:cNvSpPr/>
          <p:nvPr/>
        </p:nvSpPr>
        <p:spPr>
          <a:xfrm>
            <a:off x="9565227" y="2867314"/>
            <a:ext cx="148967" cy="14896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4484" h="44690" prst="circle"/>
          </a:sp3d>
        </p:spPr>
      </p:sp>
      <p:sp>
        <p:nvSpPr>
          <p:cNvPr id="20" name="3D-Kugel 49"/>
          <p:cNvSpPr/>
          <p:nvPr/>
        </p:nvSpPr>
        <p:spPr>
          <a:xfrm>
            <a:off x="10672030" y="2284811"/>
            <a:ext cx="127853" cy="1278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927" h="38356" prst="circle"/>
          </a:sp3d>
        </p:spPr>
      </p:sp>
      <p:sp>
        <p:nvSpPr>
          <p:cNvPr id="21" name="3D-Kugel 50"/>
          <p:cNvSpPr/>
          <p:nvPr/>
        </p:nvSpPr>
        <p:spPr>
          <a:xfrm>
            <a:off x="9544928" y="5509777"/>
            <a:ext cx="182684" cy="18268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1342" h="54805" prst="circle"/>
          </a:sp3d>
        </p:spPr>
      </p:sp>
      <p:sp>
        <p:nvSpPr>
          <p:cNvPr id="22" name="3D-Kugel 51"/>
          <p:cNvSpPr/>
          <p:nvPr/>
        </p:nvSpPr>
        <p:spPr>
          <a:xfrm>
            <a:off x="8110158" y="2406448"/>
            <a:ext cx="139726" cy="1397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9863" h="41918" prst="circle"/>
          </a:sp3d>
        </p:spPr>
      </p:sp>
      <p:sp>
        <p:nvSpPr>
          <p:cNvPr id="23" name="3D-Kugel 52"/>
          <p:cNvSpPr/>
          <p:nvPr/>
        </p:nvSpPr>
        <p:spPr>
          <a:xfrm>
            <a:off x="8081272" y="2451527"/>
            <a:ext cx="154425" cy="1544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7213" h="46328" prst="circle"/>
          </a:sp3d>
        </p:spPr>
      </p:sp>
      <p:sp>
        <p:nvSpPr>
          <p:cNvPr id="24" name="3D-Kugel 53"/>
          <p:cNvSpPr/>
          <p:nvPr/>
        </p:nvSpPr>
        <p:spPr>
          <a:xfrm>
            <a:off x="6964871" y="3366626"/>
            <a:ext cx="162775" cy="16277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388" h="48833" prst="circle"/>
          </a:sp3d>
        </p:spPr>
      </p:sp>
      <p:sp>
        <p:nvSpPr>
          <p:cNvPr id="25" name="3D-Kugel 54"/>
          <p:cNvSpPr/>
          <p:nvPr/>
        </p:nvSpPr>
        <p:spPr>
          <a:xfrm>
            <a:off x="10935988" y="2865187"/>
            <a:ext cx="100767" cy="10076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0384" h="30230" prst="circle"/>
          </a:sp3d>
        </p:spPr>
      </p:sp>
      <p:sp>
        <p:nvSpPr>
          <p:cNvPr id="26" name="3D-Kugel 55"/>
          <p:cNvSpPr/>
          <p:nvPr/>
        </p:nvSpPr>
        <p:spPr>
          <a:xfrm>
            <a:off x="8681066" y="2546235"/>
            <a:ext cx="123848" cy="12384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1924" h="37154" prst="circle"/>
          </a:sp3d>
        </p:spPr>
      </p:sp>
      <p:sp>
        <p:nvSpPr>
          <p:cNvPr id="27" name="3D-Kugel 56"/>
          <p:cNvSpPr/>
          <p:nvPr/>
        </p:nvSpPr>
        <p:spPr>
          <a:xfrm>
            <a:off x="10754360" y="4082655"/>
            <a:ext cx="168012" cy="16801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006" h="50404" prst="circle"/>
          </a:sp3d>
        </p:spPr>
      </p:sp>
      <p:sp>
        <p:nvSpPr>
          <p:cNvPr id="28" name="3D-Kugel 57"/>
          <p:cNvSpPr/>
          <p:nvPr/>
        </p:nvSpPr>
        <p:spPr>
          <a:xfrm>
            <a:off x="10319505" y="5179769"/>
            <a:ext cx="169249" cy="16924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4625" h="50775" prst="circle"/>
          </a:sp3d>
        </p:spPr>
      </p:sp>
      <p:sp>
        <p:nvSpPr>
          <p:cNvPr id="29" name="3D-Kugel 58"/>
          <p:cNvSpPr/>
          <p:nvPr/>
        </p:nvSpPr>
        <p:spPr>
          <a:xfrm>
            <a:off x="9155086" y="3526656"/>
            <a:ext cx="173281" cy="17328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641" h="51984" prst="circle"/>
          </a:sp3d>
        </p:spPr>
      </p:sp>
      <p:sp>
        <p:nvSpPr>
          <p:cNvPr id="30" name="3D-Kugel 59"/>
          <p:cNvSpPr/>
          <p:nvPr/>
        </p:nvSpPr>
        <p:spPr>
          <a:xfrm>
            <a:off x="9089997" y="4758494"/>
            <a:ext cx="116098" cy="11609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8049" h="34829" prst="circle"/>
          </a:sp3d>
        </p:spPr>
      </p:sp>
      <p:sp>
        <p:nvSpPr>
          <p:cNvPr id="31" name="3D-Ei 60"/>
          <p:cNvSpPr/>
          <p:nvPr/>
        </p:nvSpPr>
        <p:spPr>
          <a:xfrm rot="-600000">
            <a:off x="7315200" y="2011680"/>
            <a:ext cx="1463040" cy="190195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2" name="Glanzlicht 61"/>
          <p:cNvSpPr/>
          <p:nvPr/>
        </p:nvSpPr>
        <p:spPr>
          <a:xfrm rot="-2400000">
            <a:off x="7607808" y="220187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3" name="3D-Ei 62"/>
          <p:cNvSpPr/>
          <p:nvPr/>
        </p:nvSpPr>
        <p:spPr>
          <a:xfrm rot="720000">
            <a:off x="9601200" y="2377440"/>
            <a:ext cx="1280160" cy="166420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40080" h="384048" prst="circle"/>
          </a:sp3d>
        </p:spPr>
      </p:sp>
      <p:sp>
        <p:nvSpPr>
          <p:cNvPr id="34" name="Glanzlicht 63"/>
          <p:cNvSpPr/>
          <p:nvPr/>
        </p:nvSpPr>
        <p:spPr>
          <a:xfrm rot="-1080000">
            <a:off x="9857232" y="2543861"/>
            <a:ext cx="409651" cy="332842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5" name="3D-Kugel Symbol 64"/>
          <p:cNvSpPr/>
          <p:nvPr/>
        </p:nvSpPr>
        <p:spPr>
          <a:xfrm>
            <a:off x="8549640" y="4114800"/>
            <a:ext cx="1188720" cy="118872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94360" h="356616" prst="circle"/>
          </a:sp3d>
        </p:spPr>
      </p:sp>
      <p:pic>
        <p:nvPicPr>
          <p:cNvPr id="36" name="Symbol 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4933" y="4400093"/>
            <a:ext cx="618134" cy="618134"/>
          </a:xfrm>
          <a:prstGeom prst="rect">
            <a:avLst/>
          </a:prstGeom>
        </p:spPr>
      </p:pic>
      <p:sp>
        <p:nvSpPr>
          <p:cNvPr id="37" name="3D-Kugel Symbol 65"/>
          <p:cNvSpPr/>
          <p:nvPr/>
        </p:nvSpPr>
        <p:spPr>
          <a:xfrm>
            <a:off x="10012680" y="4526280"/>
            <a:ext cx="822960" cy="82296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pic>
        <p:nvPicPr>
          <p:cNvPr id="38" name="Symbol 6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190" y="4723790"/>
            <a:ext cx="427939" cy="427939"/>
          </a:xfrm>
          <a:prstGeom prst="rect">
            <a:avLst/>
          </a:prstGeom>
        </p:spPr>
      </p:pic>
      <p:sp>
        <p:nvSpPr>
          <p:cNvPr id="3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66"/>
          <p:cNvSpPr/>
          <p:nvPr/>
        </p:nvSpPr>
        <p:spPr>
          <a:xfrm>
            <a:off x="11230510" y="2068125"/>
            <a:ext cx="281605" cy="28160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0803" h="84482" prst="circle"/>
          </a:sp3d>
        </p:spPr>
      </p:sp>
      <p:sp>
        <p:nvSpPr>
          <p:cNvPr id="3" name="3D-Kugel 67"/>
          <p:cNvSpPr/>
          <p:nvPr/>
        </p:nvSpPr>
        <p:spPr>
          <a:xfrm>
            <a:off x="8613034" y="4973617"/>
            <a:ext cx="121894" cy="12189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0947" h="36568" prst="circle"/>
          </a:sp3d>
        </p:spPr>
      </p:sp>
      <p:sp>
        <p:nvSpPr>
          <p:cNvPr id="4" name="3D-Kugel 68"/>
          <p:cNvSpPr/>
          <p:nvPr/>
        </p:nvSpPr>
        <p:spPr>
          <a:xfrm>
            <a:off x="9009674" y="5217838"/>
            <a:ext cx="148449" cy="14844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4225" h="44535" prst="circle"/>
          </a:sp3d>
        </p:spPr>
      </p:sp>
      <p:sp>
        <p:nvSpPr>
          <p:cNvPr id="5" name="3D-Kugel 69"/>
          <p:cNvSpPr/>
          <p:nvPr/>
        </p:nvSpPr>
        <p:spPr>
          <a:xfrm>
            <a:off x="10165923" y="5432448"/>
            <a:ext cx="190583" cy="19058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5292" h="57175" prst="circle"/>
          </a:sp3d>
        </p:spPr>
      </p:sp>
      <p:sp>
        <p:nvSpPr>
          <p:cNvPr id="6" name="3D-Kugel 70"/>
          <p:cNvSpPr/>
          <p:nvPr/>
        </p:nvSpPr>
        <p:spPr>
          <a:xfrm>
            <a:off x="9671802" y="2043894"/>
            <a:ext cx="370215" cy="37021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85108" h="111065" prst="circle"/>
          </a:sp3d>
        </p:spPr>
      </p:sp>
      <p:sp>
        <p:nvSpPr>
          <p:cNvPr id="7" name="3D-Kugel 71"/>
          <p:cNvSpPr/>
          <p:nvPr/>
        </p:nvSpPr>
        <p:spPr>
          <a:xfrm>
            <a:off x="9451505" y="3827658"/>
            <a:ext cx="224051" cy="2240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2026" h="67215" prst="circle"/>
          </a:sp3d>
        </p:spPr>
      </p:sp>
      <p:sp>
        <p:nvSpPr>
          <p:cNvPr id="8" name="3D-Kugel 72"/>
          <p:cNvSpPr/>
          <p:nvPr/>
        </p:nvSpPr>
        <p:spPr>
          <a:xfrm>
            <a:off x="10962652" y="996556"/>
            <a:ext cx="166616" cy="16661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308" h="49985" prst="circle"/>
          </a:sp3d>
        </p:spPr>
      </p:sp>
      <p:sp>
        <p:nvSpPr>
          <p:cNvPr id="9" name="3D-Kugel 73"/>
          <p:cNvSpPr/>
          <p:nvPr/>
        </p:nvSpPr>
        <p:spPr>
          <a:xfrm>
            <a:off x="7832265" y="2164508"/>
            <a:ext cx="319833" cy="3198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59917" h="95950" prst="circle"/>
          </a:sp3d>
        </p:spPr>
      </p:sp>
      <p:sp>
        <p:nvSpPr>
          <p:cNvPr id="10" name="3D-Kugel 74"/>
          <p:cNvSpPr/>
          <p:nvPr/>
        </p:nvSpPr>
        <p:spPr>
          <a:xfrm>
            <a:off x="9837101" y="3894858"/>
            <a:ext cx="220404" cy="22040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0202" h="66121" prst="circle"/>
          </a:sp3d>
        </p:spPr>
      </p:sp>
      <p:sp>
        <p:nvSpPr>
          <p:cNvPr id="11" name="3D-Kugel 75"/>
          <p:cNvSpPr/>
          <p:nvPr/>
        </p:nvSpPr>
        <p:spPr>
          <a:xfrm>
            <a:off x="10565036" y="2512067"/>
            <a:ext cx="282858" cy="282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1429" h="84857" prst="circle"/>
          </a:sp3d>
        </p:spPr>
      </p:sp>
      <p:sp>
        <p:nvSpPr>
          <p:cNvPr id="12" name="3D-Kugel 76"/>
          <p:cNvSpPr/>
          <p:nvPr/>
        </p:nvSpPr>
        <p:spPr>
          <a:xfrm>
            <a:off x="7828182" y="646906"/>
            <a:ext cx="336507" cy="33650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68254" h="100952" prst="circle"/>
          </a:sp3d>
        </p:spPr>
      </p:sp>
      <p:sp>
        <p:nvSpPr>
          <p:cNvPr id="13" name="3D-Kugel 77"/>
          <p:cNvSpPr/>
          <p:nvPr/>
        </p:nvSpPr>
        <p:spPr>
          <a:xfrm>
            <a:off x="11142938" y="789421"/>
            <a:ext cx="210662" cy="21066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5331" h="63199" prst="circle"/>
          </a:sp3d>
        </p:spPr>
      </p:sp>
      <p:sp>
        <p:nvSpPr>
          <p:cNvPr id="14" name="3D-Kugel 78"/>
          <p:cNvSpPr/>
          <p:nvPr/>
        </p:nvSpPr>
        <p:spPr>
          <a:xfrm>
            <a:off x="10156550" y="5390718"/>
            <a:ext cx="319852" cy="31985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9926" h="95956" prst="circle"/>
          </a:sp3d>
        </p:spPr>
      </p:sp>
      <p:sp>
        <p:nvSpPr>
          <p:cNvPr id="15" name="3D-Kugel 79"/>
          <p:cNvSpPr/>
          <p:nvPr/>
        </p:nvSpPr>
        <p:spPr>
          <a:xfrm>
            <a:off x="10750439" y="5089985"/>
            <a:ext cx="200780" cy="20078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00390" h="60234" prst="circle"/>
          </a:sp3d>
        </p:spPr>
      </p:sp>
      <p:sp>
        <p:nvSpPr>
          <p:cNvPr id="16" name="3D-Kugel 80"/>
          <p:cNvSpPr/>
          <p:nvPr/>
        </p:nvSpPr>
        <p:spPr>
          <a:xfrm>
            <a:off x="10324010" y="2107764"/>
            <a:ext cx="267976" cy="26797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3988" h="80393" prst="circle"/>
          </a:sp3d>
        </p:spPr>
      </p:sp>
      <p:sp>
        <p:nvSpPr>
          <p:cNvPr id="17" name="3D-Kugel 81"/>
          <p:cNvSpPr/>
          <p:nvPr/>
        </p:nvSpPr>
        <p:spPr>
          <a:xfrm>
            <a:off x="10642158" y="5138347"/>
            <a:ext cx="350750" cy="350750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5375" h="105225" prst="circle"/>
          </a:sp3d>
        </p:spPr>
      </p:sp>
      <p:sp>
        <p:nvSpPr>
          <p:cNvPr id="18" name="3D-Kugel 82"/>
          <p:cNvSpPr/>
          <p:nvPr/>
        </p:nvSpPr>
        <p:spPr>
          <a:xfrm>
            <a:off x="9541845" y="4758181"/>
            <a:ext cx="278414" cy="2784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9207" h="83524" prst="circle"/>
          </a:sp3d>
        </p:spPr>
      </p:sp>
      <p:sp>
        <p:nvSpPr>
          <p:cNvPr id="19" name="3D-Kugel 83"/>
          <p:cNvSpPr/>
          <p:nvPr/>
        </p:nvSpPr>
        <p:spPr>
          <a:xfrm>
            <a:off x="8507617" y="3352788"/>
            <a:ext cx="172889" cy="17288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86445" h="51867" prst="circle"/>
          </a:sp3d>
        </p:spPr>
      </p:sp>
      <p:sp>
        <p:nvSpPr>
          <p:cNvPr id="20" name="3D-Kugel 84"/>
          <p:cNvSpPr/>
          <p:nvPr/>
        </p:nvSpPr>
        <p:spPr>
          <a:xfrm>
            <a:off x="9213011" y="3397376"/>
            <a:ext cx="156095" cy="15609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8048" h="46829" prst="circle"/>
          </a:sp3d>
        </p:spPr>
      </p:sp>
      <p:sp>
        <p:nvSpPr>
          <p:cNvPr id="21" name="3D-Kugel 85"/>
          <p:cNvSpPr/>
          <p:nvPr/>
        </p:nvSpPr>
        <p:spPr>
          <a:xfrm>
            <a:off x="9263513" y="1333745"/>
            <a:ext cx="349952" cy="3499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4976" h="104986" prst="circle"/>
          </a:sp3d>
        </p:spPr>
      </p:sp>
      <p:sp>
        <p:nvSpPr>
          <p:cNvPr id="22" name="3D-Kugel 86"/>
          <p:cNvSpPr/>
          <p:nvPr/>
        </p:nvSpPr>
        <p:spPr>
          <a:xfrm>
            <a:off x="10491817" y="5865351"/>
            <a:ext cx="291163" cy="2911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5582" h="87349" prst="circle"/>
          </a:sp3d>
        </p:spPr>
      </p:sp>
      <p:sp>
        <p:nvSpPr>
          <p:cNvPr id="23" name="3D-Kugel 87"/>
          <p:cNvSpPr/>
          <p:nvPr/>
        </p:nvSpPr>
        <p:spPr>
          <a:xfrm>
            <a:off x="10626666" y="1379004"/>
            <a:ext cx="101649" cy="10164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0825" h="30495" prst="circle"/>
          </a:sp3d>
        </p:spPr>
      </p:sp>
      <p:sp>
        <p:nvSpPr>
          <p:cNvPr id="24" name="3D-Kugel 88"/>
          <p:cNvSpPr/>
          <p:nvPr/>
        </p:nvSpPr>
        <p:spPr>
          <a:xfrm>
            <a:off x="10994118" y="2360452"/>
            <a:ext cx="195937" cy="19593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7969" h="58781" prst="circle"/>
          </a:sp3d>
        </p:spPr>
      </p:sp>
      <p:sp>
        <p:nvSpPr>
          <p:cNvPr id="25" name="3D-Kugel 89"/>
          <p:cNvSpPr/>
          <p:nvPr/>
        </p:nvSpPr>
        <p:spPr>
          <a:xfrm>
            <a:off x="9565406" y="5453527"/>
            <a:ext cx="110733" cy="1107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5367" h="33220" prst="circle"/>
          </a:sp3d>
        </p:spPr>
      </p:sp>
      <p:sp>
        <p:nvSpPr>
          <p:cNvPr id="26" name="3D-Kugel 90"/>
          <p:cNvSpPr/>
          <p:nvPr/>
        </p:nvSpPr>
        <p:spPr>
          <a:xfrm>
            <a:off x="7823866" y="743278"/>
            <a:ext cx="260563" cy="2605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0282" h="78169" prst="circle"/>
          </a:sp3d>
        </p:spPr>
      </p:sp>
      <p:sp>
        <p:nvSpPr>
          <p:cNvPr id="27" name="3D-Kugel 91"/>
          <p:cNvSpPr/>
          <p:nvPr/>
        </p:nvSpPr>
        <p:spPr>
          <a:xfrm>
            <a:off x="11588803" y="3239097"/>
            <a:ext cx="182131" cy="18213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1066" h="54639" prst="circle"/>
          </a:sp3d>
        </p:spPr>
      </p:sp>
      <p:sp>
        <p:nvSpPr>
          <p:cNvPr id="28" name="3D-Kugel 92"/>
          <p:cNvSpPr/>
          <p:nvPr/>
        </p:nvSpPr>
        <p:spPr>
          <a:xfrm>
            <a:off x="10349744" y="3110825"/>
            <a:ext cx="289966" cy="28996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44983" h="86990" prst="circle"/>
          </a:sp3d>
        </p:spPr>
      </p:sp>
      <p:sp>
        <p:nvSpPr>
          <p:cNvPr id="29" name="3D-Kugel 93"/>
          <p:cNvSpPr/>
          <p:nvPr/>
        </p:nvSpPr>
        <p:spPr>
          <a:xfrm>
            <a:off x="10066636" y="3097996"/>
            <a:ext cx="120772" cy="12077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0386" h="36232" prst="circle"/>
          </a:sp3d>
        </p:spPr>
      </p:sp>
      <p:sp>
        <p:nvSpPr>
          <p:cNvPr id="30" name="3D-Kugel 94"/>
          <p:cNvSpPr/>
          <p:nvPr/>
        </p:nvSpPr>
        <p:spPr>
          <a:xfrm>
            <a:off x="8045135" y="5346436"/>
            <a:ext cx="381685" cy="38168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90843" h="114506" prst="circle"/>
          </a:sp3d>
        </p:spPr>
      </p:sp>
      <p:sp>
        <p:nvSpPr>
          <p:cNvPr id="31" name="3D-Kugel 95"/>
          <p:cNvSpPr/>
          <p:nvPr/>
        </p:nvSpPr>
        <p:spPr>
          <a:xfrm>
            <a:off x="10138937" y="790166"/>
            <a:ext cx="316800" cy="31680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58400" h="95040" prst="circle"/>
          </a:sp3d>
        </p:spPr>
      </p:sp>
      <p:sp>
        <p:nvSpPr>
          <p:cNvPr id="32" name="3D-Kugel 96"/>
          <p:cNvSpPr/>
          <p:nvPr/>
        </p:nvSpPr>
        <p:spPr>
          <a:xfrm>
            <a:off x="10042190" y="3641751"/>
            <a:ext cx="340646" cy="34064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70323" h="102194" prst="circle"/>
          </a:sp3d>
        </p:spPr>
      </p:sp>
      <p:sp>
        <p:nvSpPr>
          <p:cNvPr id="33" name="3D-Kugel 97"/>
          <p:cNvSpPr/>
          <p:nvPr/>
        </p:nvSpPr>
        <p:spPr>
          <a:xfrm>
            <a:off x="9440741" y="4533065"/>
            <a:ext cx="282535" cy="28253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41268" h="84761" prst="circle"/>
          </a:sp3d>
        </p:spPr>
      </p:sp>
      <p:sp>
        <p:nvSpPr>
          <p:cNvPr id="34" name="3D-Kugel 98"/>
          <p:cNvSpPr/>
          <p:nvPr/>
        </p:nvSpPr>
        <p:spPr>
          <a:xfrm>
            <a:off x="9894823" y="5896758"/>
            <a:ext cx="264386" cy="26438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2193" h="79316" prst="circle"/>
          </a:sp3d>
        </p:spPr>
      </p:sp>
      <p:sp>
        <p:nvSpPr>
          <p:cNvPr id="35" name="3D-Kugel 99"/>
          <p:cNvSpPr/>
          <p:nvPr/>
        </p:nvSpPr>
        <p:spPr>
          <a:xfrm>
            <a:off x="9181806" y="4308101"/>
            <a:ext cx="115512" cy="1155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756" h="34654" prst="circle"/>
          </a:sp3d>
        </p:spPr>
      </p:sp>
      <p:sp>
        <p:nvSpPr>
          <p:cNvPr id="36" name="3D-Kugel 100"/>
          <p:cNvSpPr/>
          <p:nvPr/>
        </p:nvSpPr>
        <p:spPr>
          <a:xfrm>
            <a:off x="8792325" y="2011792"/>
            <a:ext cx="250440" cy="25044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5220" h="75132" prst="circle"/>
          </a:sp3d>
        </p:spPr>
      </p:sp>
      <p:sp>
        <p:nvSpPr>
          <p:cNvPr id="37" name="3D-Kugel 101"/>
          <p:cNvSpPr/>
          <p:nvPr/>
        </p:nvSpPr>
        <p:spPr>
          <a:xfrm>
            <a:off x="10563081" y="1820259"/>
            <a:ext cx="205875" cy="2058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2938" h="61763" prst="circle"/>
          </a:sp3d>
        </p:spPr>
      </p:sp>
      <p:sp>
        <p:nvSpPr>
          <p:cNvPr id="38" name="3D-Kugel 102"/>
          <p:cNvSpPr/>
          <p:nvPr/>
        </p:nvSpPr>
        <p:spPr>
          <a:xfrm>
            <a:off x="8099880" y="6278249"/>
            <a:ext cx="103737" cy="10373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1869" h="31121" prst="circle"/>
          </a:sp3d>
        </p:spPr>
      </p:sp>
      <p:sp>
        <p:nvSpPr>
          <p:cNvPr id="39" name="3D-Kugel 103"/>
          <p:cNvSpPr/>
          <p:nvPr/>
        </p:nvSpPr>
        <p:spPr>
          <a:xfrm>
            <a:off x="10922860" y="5309062"/>
            <a:ext cx="358554" cy="35855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79277" h="107566" prst="circle"/>
          </a:sp3d>
        </p:spPr>
      </p:sp>
      <p:sp>
        <p:nvSpPr>
          <p:cNvPr id="40" name="3D-Kugel 104"/>
          <p:cNvSpPr/>
          <p:nvPr/>
        </p:nvSpPr>
        <p:spPr>
          <a:xfrm>
            <a:off x="9111892" y="2137185"/>
            <a:ext cx="214421" cy="2144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211" h="64326" prst="circle"/>
          </a:sp3d>
        </p:spPr>
      </p:sp>
      <p:sp>
        <p:nvSpPr>
          <p:cNvPr id="41" name="3D-Kugel 105"/>
          <p:cNvSpPr/>
          <p:nvPr/>
        </p:nvSpPr>
        <p:spPr>
          <a:xfrm>
            <a:off x="7935521" y="4799035"/>
            <a:ext cx="378475" cy="3784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89238" h="113543" prst="circle"/>
          </a:sp3d>
        </p:spPr>
      </p:sp>
      <p:sp>
        <p:nvSpPr>
          <p:cNvPr id="42" name="3D-Kugel Maske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2A1640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43" name="Mas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377440"/>
            <a:ext cx="1737360" cy="1737360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2A164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4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4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Feiern vor der Fastenzeit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fläche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4460" dist="53340" dir="5400000">
              <a:srgbClr val="2A1640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Bildhinweis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801100" y="3474720"/>
            <a:ext cx="731520" cy="731520"/>
          </a:xfrm>
          <a:prstGeom prst="rect">
            <a:avLst/>
          </a:prstGeom>
        </p:spPr>
      </p:pic>
      <p:sp>
        <p:nvSpPr>
          <p:cNvPr id="4" name="3D-Kugel 106"/>
          <p:cNvSpPr/>
          <p:nvPr/>
        </p:nvSpPr>
        <p:spPr>
          <a:xfrm>
            <a:off x="11906583" y="2371946"/>
            <a:ext cx="132342" cy="13234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6171" h="39703" prst="circle"/>
          </a:sp3d>
        </p:spPr>
      </p:sp>
      <p:sp>
        <p:nvSpPr>
          <p:cNvPr id="5" name="3D-Kugel 107"/>
          <p:cNvSpPr/>
          <p:nvPr/>
        </p:nvSpPr>
        <p:spPr>
          <a:xfrm>
            <a:off x="11754683" y="1491854"/>
            <a:ext cx="128434" cy="1284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4217" h="38530" prst="circle"/>
          </a:sp3d>
        </p:spPr>
      </p:sp>
      <p:sp>
        <p:nvSpPr>
          <p:cNvPr id="6" name="3D-Kugel 108"/>
          <p:cNvSpPr/>
          <p:nvPr/>
        </p:nvSpPr>
        <p:spPr>
          <a:xfrm>
            <a:off x="11872445" y="5513262"/>
            <a:ext cx="162415" cy="16241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208" h="48725" prst="circle"/>
          </a:sp3d>
        </p:spPr>
      </p:sp>
      <p:sp>
        <p:nvSpPr>
          <p:cNvPr id="7" name="3D-Kugel 109"/>
          <p:cNvSpPr/>
          <p:nvPr/>
        </p:nvSpPr>
        <p:spPr>
          <a:xfrm>
            <a:off x="11784632" y="2093340"/>
            <a:ext cx="180944" cy="18094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0472" h="54283" prst="circle"/>
          </a:sp3d>
        </p:spPr>
      </p:sp>
      <p:sp>
        <p:nvSpPr>
          <p:cNvPr id="8" name="3D-Kugel 110"/>
          <p:cNvSpPr/>
          <p:nvPr/>
        </p:nvSpPr>
        <p:spPr>
          <a:xfrm>
            <a:off x="11943007" y="2789449"/>
            <a:ext cx="130681" cy="13068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5341" h="39204" prst="circle"/>
          </a:sp3d>
        </p:spPr>
      </p:sp>
      <p:sp>
        <p:nvSpPr>
          <p:cNvPr id="9" name="3D-Kugel 111"/>
          <p:cNvSpPr/>
          <p:nvPr/>
        </p:nvSpPr>
        <p:spPr>
          <a:xfrm>
            <a:off x="11801617" y="4794621"/>
            <a:ext cx="141167" cy="141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584" h="42350" prst="circle"/>
          </a:sp3d>
        </p:spPr>
      </p:sp>
      <p:sp>
        <p:nvSpPr>
          <p:cNvPr id="10" name="3D-Kugel 112"/>
          <p:cNvSpPr/>
          <p:nvPr/>
        </p:nvSpPr>
        <p:spPr>
          <a:xfrm>
            <a:off x="11834898" y="5311404"/>
            <a:ext cx="159061" cy="15906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9531" h="47718" prst="circle"/>
          </a:sp3d>
        </p:spPr>
      </p:sp>
      <p:sp>
        <p:nvSpPr>
          <p:cNvPr id="11" name="3D-Kugel 113"/>
          <p:cNvSpPr/>
          <p:nvPr/>
        </p:nvSpPr>
        <p:spPr>
          <a:xfrm>
            <a:off x="11879799" y="1583399"/>
            <a:ext cx="131024" cy="13102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5512" h="39307" prst="circle"/>
          </a:sp3d>
        </p:spPr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„Carne vale“ – Woher kommt der Name?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60020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14"/>
          <p:cNvSpPr/>
          <p:nvPr/>
        </p:nvSpPr>
        <p:spPr>
          <a:xfrm>
            <a:off x="91440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5308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115"/>
          <p:cNvSpPr/>
          <p:nvPr/>
        </p:nvSpPr>
        <p:spPr>
          <a:xfrm>
            <a:off x="4709160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1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5308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16"/>
          <p:cNvSpPr/>
          <p:nvPr/>
        </p:nvSpPr>
        <p:spPr>
          <a:xfrm>
            <a:off x="8503920" y="201168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5308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und Kirche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Feiern vor dem Fasten</a:t>
            </a:r>
            <a:endParaRPr lang="en-US" sz="20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Kostüme &amp; Masken</a:t>
            </a:r>
            <a:endParaRPr lang="en-US" sz="20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20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7744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ugel Symbol 117"/>
          <p:cNvSpPr/>
          <p:nvPr/>
        </p:nvSpPr>
        <p:spPr>
          <a:xfrm>
            <a:off x="1474470" y="192024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4" name="Symbol 11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139696"/>
            <a:ext cx="475488" cy="475488"/>
          </a:xfrm>
          <a:prstGeom prst="rect">
            <a:avLst/>
          </a:prstGeom>
        </p:spPr>
      </p:pic>
      <p:sp>
        <p:nvSpPr>
          <p:cNvPr id="5" name="Station 1"/>
          <p:cNvSpPr txBox="1"/>
          <p:nvPr/>
        </p:nvSpPr>
        <p:spPr>
          <a:xfrm>
            <a:off x="640080" y="301752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11.11.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um 11:11 Uhr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" name="3D-Kugel Symbol 118"/>
          <p:cNvSpPr/>
          <p:nvPr/>
        </p:nvSpPr>
        <p:spPr>
          <a:xfrm>
            <a:off x="4240530" y="192024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8" name="Symbol 11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139696"/>
            <a:ext cx="475488" cy="475488"/>
          </a:xfrm>
          <a:prstGeom prst="rect">
            <a:avLst/>
          </a:prstGeom>
        </p:spPr>
      </p:pic>
      <p:sp>
        <p:nvSpPr>
          <p:cNvPr id="9" name="Station 2"/>
          <p:cNvSpPr txBox="1"/>
          <p:nvPr/>
        </p:nvSpPr>
        <p:spPr>
          <a:xfrm>
            <a:off x="3406140" y="301752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Weiberfastnacht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Donnerstag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345186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3D-Kugel Symbol 119"/>
          <p:cNvSpPr/>
          <p:nvPr/>
        </p:nvSpPr>
        <p:spPr>
          <a:xfrm>
            <a:off x="7006590" y="1920240"/>
            <a:ext cx="914400" cy="9144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2" name="Symbol 1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139696"/>
            <a:ext cx="475488" cy="475488"/>
          </a:xfrm>
          <a:prstGeom prst="rect">
            <a:avLst/>
          </a:prstGeom>
        </p:spPr>
      </p:pic>
      <p:sp>
        <p:nvSpPr>
          <p:cNvPr id="13" name="Station 3"/>
          <p:cNvSpPr txBox="1"/>
          <p:nvPr/>
        </p:nvSpPr>
        <p:spPr>
          <a:xfrm>
            <a:off x="6172200" y="301752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Rosenmontag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großer Umzug</a:t>
            </a:r>
            <a:endParaRPr lang="en-US" sz="18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621792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5" name="3D-Kugel Symbol 120"/>
          <p:cNvSpPr/>
          <p:nvPr/>
        </p:nvSpPr>
        <p:spPr>
          <a:xfrm>
            <a:off x="9772650" y="192024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6" name="Symbol 1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139696"/>
            <a:ext cx="475488" cy="475488"/>
          </a:xfrm>
          <a:prstGeom prst="rect">
            <a:avLst/>
          </a:prstGeom>
        </p:spPr>
      </p:pic>
      <p:sp>
        <p:nvSpPr>
          <p:cNvPr id="17" name="Station 4"/>
          <p:cNvSpPr txBox="1"/>
          <p:nvPr/>
        </p:nvSpPr>
        <p:spPr>
          <a:xfrm>
            <a:off x="8938260" y="301752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Aschenkreuz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898398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fünfte Jahreszeit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21"/>
          <p:cNvSpPr/>
          <p:nvPr/>
        </p:nvSpPr>
        <p:spPr>
          <a:xfrm>
            <a:off x="9952143" y="5645716"/>
            <a:ext cx="264907" cy="2649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32454" h="79472" prst="circle"/>
          </a:sp3d>
        </p:spPr>
      </p:sp>
      <p:sp>
        <p:nvSpPr>
          <p:cNvPr id="3" name="3D-Kugel 122"/>
          <p:cNvSpPr/>
          <p:nvPr/>
        </p:nvSpPr>
        <p:spPr>
          <a:xfrm>
            <a:off x="8162308" y="5671121"/>
            <a:ext cx="218425" cy="218425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09213" h="65528" prst="circle"/>
          </a:sp3d>
        </p:spPr>
      </p:sp>
      <p:sp>
        <p:nvSpPr>
          <p:cNvPr id="4" name="3D-Kugel 123"/>
          <p:cNvSpPr/>
          <p:nvPr/>
        </p:nvSpPr>
        <p:spPr>
          <a:xfrm>
            <a:off x="7890732" y="2792178"/>
            <a:ext cx="151581" cy="15158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5791" h="45474" prst="circle"/>
          </a:sp3d>
        </p:spPr>
      </p:sp>
      <p:sp>
        <p:nvSpPr>
          <p:cNvPr id="5" name="3D-Kugel 124"/>
          <p:cNvSpPr/>
          <p:nvPr/>
        </p:nvSpPr>
        <p:spPr>
          <a:xfrm>
            <a:off x="10858638" y="5645076"/>
            <a:ext cx="163435" cy="16343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1718" h="49031" prst="circle"/>
          </a:sp3d>
        </p:spPr>
      </p:sp>
      <p:sp>
        <p:nvSpPr>
          <p:cNvPr id="6" name="3D-Kugel 125"/>
          <p:cNvSpPr/>
          <p:nvPr/>
        </p:nvSpPr>
        <p:spPr>
          <a:xfrm>
            <a:off x="10709022" y="4595610"/>
            <a:ext cx="115302" cy="1153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7651" h="34591" prst="circle"/>
          </a:sp3d>
        </p:spPr>
      </p:sp>
      <p:sp>
        <p:nvSpPr>
          <p:cNvPr id="7" name="3D-Kugel 126"/>
          <p:cNvSpPr/>
          <p:nvPr/>
        </p:nvSpPr>
        <p:spPr>
          <a:xfrm>
            <a:off x="9037819" y="2115977"/>
            <a:ext cx="106243" cy="1062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3122" h="31873" prst="circle"/>
          </a:sp3d>
        </p:spPr>
      </p:sp>
      <p:sp>
        <p:nvSpPr>
          <p:cNvPr id="8" name="3D-Kugel 127"/>
          <p:cNvSpPr/>
          <p:nvPr/>
        </p:nvSpPr>
        <p:spPr>
          <a:xfrm>
            <a:off x="11552354" y="810433"/>
            <a:ext cx="235318" cy="235318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7659" h="70595" prst="circle"/>
          </a:sp3d>
        </p:spPr>
      </p:sp>
      <p:sp>
        <p:nvSpPr>
          <p:cNvPr id="9" name="3D-Kugel 128"/>
          <p:cNvSpPr/>
          <p:nvPr/>
        </p:nvSpPr>
        <p:spPr>
          <a:xfrm>
            <a:off x="8043429" y="3294412"/>
            <a:ext cx="126098" cy="12609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63049" h="37829" prst="circle"/>
          </a:sp3d>
        </p:spPr>
      </p:sp>
      <p:sp>
        <p:nvSpPr>
          <p:cNvPr id="10" name="3D-Kugel 129"/>
          <p:cNvSpPr/>
          <p:nvPr/>
        </p:nvSpPr>
        <p:spPr>
          <a:xfrm>
            <a:off x="8046327" y="5935985"/>
            <a:ext cx="115388" cy="1153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694" h="34616" prst="circle"/>
          </a:sp3d>
        </p:spPr>
      </p:sp>
      <p:sp>
        <p:nvSpPr>
          <p:cNvPr id="11" name="3D-Kugel 130"/>
          <p:cNvSpPr/>
          <p:nvPr/>
        </p:nvSpPr>
        <p:spPr>
          <a:xfrm>
            <a:off x="9215346" y="4970802"/>
            <a:ext cx="302247" cy="30224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51124" h="90674" prst="circle"/>
          </a:sp3d>
        </p:spPr>
      </p:sp>
      <p:sp>
        <p:nvSpPr>
          <p:cNvPr id="12" name="3D-Kugel 131"/>
          <p:cNvSpPr/>
          <p:nvPr/>
        </p:nvSpPr>
        <p:spPr>
          <a:xfrm>
            <a:off x="9304240" y="3324126"/>
            <a:ext cx="310248" cy="31024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55124" h="93074" prst="circle"/>
          </a:sp3d>
        </p:spPr>
      </p:sp>
      <p:sp>
        <p:nvSpPr>
          <p:cNvPr id="13" name="3D-Kugel 132"/>
          <p:cNvSpPr/>
          <p:nvPr/>
        </p:nvSpPr>
        <p:spPr>
          <a:xfrm>
            <a:off x="9969786" y="3372883"/>
            <a:ext cx="238451" cy="2384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9226" h="71535" prst="circle"/>
          </a:sp3d>
        </p:spPr>
      </p:sp>
      <p:sp>
        <p:nvSpPr>
          <p:cNvPr id="14" name="3D-Kugel 133"/>
          <p:cNvSpPr/>
          <p:nvPr/>
        </p:nvSpPr>
        <p:spPr>
          <a:xfrm>
            <a:off x="8848022" y="1526833"/>
            <a:ext cx="185916" cy="18591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2958" h="55775" prst="circle"/>
          </a:sp3d>
        </p:spPr>
      </p:sp>
      <p:sp>
        <p:nvSpPr>
          <p:cNvPr id="15" name="3D-Kugel 134"/>
          <p:cNvSpPr/>
          <p:nvPr/>
        </p:nvSpPr>
        <p:spPr>
          <a:xfrm>
            <a:off x="11531244" y="319685"/>
            <a:ext cx="251702" cy="2517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5851" h="75511" prst="circle"/>
          </a:sp3d>
        </p:spPr>
      </p:sp>
      <p:sp>
        <p:nvSpPr>
          <p:cNvPr id="16" name="3D-Kugel 135"/>
          <p:cNvSpPr/>
          <p:nvPr/>
        </p:nvSpPr>
        <p:spPr>
          <a:xfrm>
            <a:off x="7851230" y="2293810"/>
            <a:ext cx="297126" cy="297126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8563" h="89138" prst="circle"/>
          </a:sp3d>
        </p:spPr>
      </p:sp>
      <p:sp>
        <p:nvSpPr>
          <p:cNvPr id="17" name="3D-Kugel 136"/>
          <p:cNvSpPr/>
          <p:nvPr/>
        </p:nvSpPr>
        <p:spPr>
          <a:xfrm>
            <a:off x="11368675" y="3989250"/>
            <a:ext cx="183504" cy="18350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1752" h="55051" prst="circle"/>
          </a:sp3d>
        </p:spPr>
      </p:sp>
      <p:sp>
        <p:nvSpPr>
          <p:cNvPr id="18" name="3D-Kugel 137"/>
          <p:cNvSpPr/>
          <p:nvPr/>
        </p:nvSpPr>
        <p:spPr>
          <a:xfrm>
            <a:off x="7719701" y="1703481"/>
            <a:ext cx="247639" cy="247639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3820" h="74292" prst="circle"/>
          </a:sp3d>
        </p:spPr>
      </p:sp>
      <p:sp>
        <p:nvSpPr>
          <p:cNvPr id="19" name="3D-Kugel 138"/>
          <p:cNvSpPr/>
          <p:nvPr/>
        </p:nvSpPr>
        <p:spPr>
          <a:xfrm>
            <a:off x="10707544" y="4243425"/>
            <a:ext cx="113104" cy="1131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6552" h="33931" prst="circle"/>
          </a:sp3d>
        </p:spPr>
      </p:sp>
      <p:sp>
        <p:nvSpPr>
          <p:cNvPr id="20" name="3D-Kugel 139"/>
          <p:cNvSpPr/>
          <p:nvPr/>
        </p:nvSpPr>
        <p:spPr>
          <a:xfrm>
            <a:off x="9816976" y="1745023"/>
            <a:ext cx="116702" cy="11670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8351" h="35011" prst="circle"/>
          </a:sp3d>
        </p:spPr>
      </p:sp>
      <p:sp>
        <p:nvSpPr>
          <p:cNvPr id="21" name="3D-Kugel 140"/>
          <p:cNvSpPr/>
          <p:nvPr/>
        </p:nvSpPr>
        <p:spPr>
          <a:xfrm>
            <a:off x="10848410" y="3017643"/>
            <a:ext cx="119751" cy="119751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9876" h="35925" prst="circle"/>
          </a:sp3d>
        </p:spPr>
      </p:sp>
      <p:sp>
        <p:nvSpPr>
          <p:cNvPr id="22" name="3D-Kugel 141"/>
          <p:cNvSpPr/>
          <p:nvPr/>
        </p:nvSpPr>
        <p:spPr>
          <a:xfrm>
            <a:off x="11325051" y="4380101"/>
            <a:ext cx="221308" cy="22130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0654" h="66392" prst="circle"/>
          </a:sp3d>
        </p:spPr>
      </p:sp>
      <p:sp>
        <p:nvSpPr>
          <p:cNvPr id="23" name="3D-Kugel 142"/>
          <p:cNvSpPr/>
          <p:nvPr/>
        </p:nvSpPr>
        <p:spPr>
          <a:xfrm>
            <a:off x="9081953" y="2369884"/>
            <a:ext cx="282692" cy="28269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41346" h="84808" prst="circle"/>
          </a:sp3d>
        </p:spPr>
      </p:sp>
      <p:sp>
        <p:nvSpPr>
          <p:cNvPr id="24" name="3D-Kugel Sanduhr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2A1640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25" name="Sanduh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468880"/>
            <a:ext cx="1554480" cy="155448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2A164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7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40 Tage der Vorbereitung auf Ostern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kt 1"/>
          <p:cNvSpPr/>
          <p:nvPr/>
        </p:nvSpPr>
        <p:spPr>
          <a:xfrm>
            <a:off x="548640" y="1737360"/>
            <a:ext cx="3474720" cy="3566160"/>
          </a:xfrm>
          <a:prstGeom prst="roundRect">
            <a:avLst>
              <a:gd name="adj" fmla="val 57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  <a:effectLst>
            <a:outerShdw sx="100000" sy="100000" kx="0" ky="0" algn="bl" rotWithShape="0" blurRad="284480" dist="121920" dir="5400000">
              <a:srgbClr val="2A1640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arte Fakt 2"/>
          <p:cNvSpPr/>
          <p:nvPr/>
        </p:nvSpPr>
        <p:spPr>
          <a:xfrm>
            <a:off x="4343400" y="1737360"/>
            <a:ext cx="3474720" cy="3566160"/>
          </a:xfrm>
          <a:prstGeom prst="roundRect">
            <a:avLst>
              <a:gd name="adj" fmla="val 57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  <a:effectLst>
            <a:outerShdw sx="100000" sy="100000" kx="0" ky="0" algn="bl" rotWithShape="0" blurRad="284480" dist="121920" dir="5400000">
              <a:srgbClr val="2A1640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4" name="3D-Karte Fakt 3"/>
          <p:cNvSpPr/>
          <p:nvPr/>
        </p:nvSpPr>
        <p:spPr>
          <a:xfrm>
            <a:off x="8138160" y="1737360"/>
            <a:ext cx="3474720" cy="3566160"/>
          </a:xfrm>
          <a:prstGeom prst="roundRect">
            <a:avLst>
              <a:gd name="adj" fmla="val 57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  <a:effectLst>
            <a:outerShdw sx="100000" sy="100000" kx="0" ky="0" algn="bl" rotWithShape="0" blurRad="284480" dist="121920" dir="5400000">
              <a:srgbClr val="2A1640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5" name="3D-Kugel 143"/>
          <p:cNvSpPr/>
          <p:nvPr/>
        </p:nvSpPr>
        <p:spPr>
          <a:xfrm>
            <a:off x="1097280" y="5577840"/>
            <a:ext cx="201168" cy="20116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0584" h="60350" prst="circle"/>
          </a:sp3d>
        </p:spPr>
      </p:sp>
      <p:sp>
        <p:nvSpPr>
          <p:cNvPr id="6" name="3D-Kugel 144"/>
          <p:cNvSpPr/>
          <p:nvPr/>
        </p:nvSpPr>
        <p:spPr>
          <a:xfrm>
            <a:off x="5486400" y="5577840"/>
            <a:ext cx="237744" cy="23774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8872" h="71323" prst="circle"/>
          </a:sp3d>
        </p:spPr>
      </p:sp>
      <p:sp>
        <p:nvSpPr>
          <p:cNvPr id="7" name="3D-Kugel 145"/>
          <p:cNvSpPr/>
          <p:nvPr/>
        </p:nvSpPr>
        <p:spPr>
          <a:xfrm>
            <a:off x="10241280" y="5577840"/>
            <a:ext cx="274320" cy="27432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137160" h="82296" prst="circle"/>
          </a:sp3d>
        </p:spPr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Fastenzeit in Zahlen</a:t>
            </a:r>
            <a:endParaRPr lang="en-US" sz="3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40</a:t>
            </a:r>
            <a:endParaRPr lang="en-US" sz="66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822960" y="37033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1" name="Text 0"/>
          <p:cNvSpPr/>
          <p:nvPr>
            <p:ph idx="103" type="body" hasCustomPrompt="1"/>
          </p:nvPr>
        </p:nvSpPr>
        <p:spPr>
          <a:xfrm>
            <a:off x="434340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46</a:t>
            </a:r>
            <a:endParaRPr lang="en-US" sz="6600" dirty="0"/>
          </a:p>
        </p:txBody>
      </p:sp>
      <p:sp>
        <p:nvSpPr>
          <p:cNvPr id="12" name="Text 0"/>
          <p:cNvSpPr/>
          <p:nvPr>
            <p:ph idx="104" type="body" hasCustomPrompt="1"/>
          </p:nvPr>
        </p:nvSpPr>
        <p:spPr>
          <a:xfrm>
            <a:off x="4617720" y="37033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Text 0"/>
          <p:cNvSpPr/>
          <p:nvPr>
            <p:ph idx="105" type="body" hasCustomPrompt="1"/>
          </p:nvPr>
        </p:nvSpPr>
        <p:spPr>
          <a:xfrm>
            <a:off x="813816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6600" dirty="0"/>
          </a:p>
        </p:txBody>
      </p:sp>
      <p:sp>
        <p:nvSpPr>
          <p:cNvPr id="14" name="Text 0"/>
          <p:cNvSpPr/>
          <p:nvPr>
            <p:ph idx="106" type="body" hasCustomPrompt="1"/>
          </p:nvPr>
        </p:nvSpPr>
        <p:spPr>
          <a:xfrm>
            <a:off x="8412480" y="37033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46"/>
          <p:cNvSpPr/>
          <p:nvPr/>
        </p:nvSpPr>
        <p:spPr>
          <a:xfrm>
            <a:off x="91440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4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5308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147"/>
          <p:cNvSpPr/>
          <p:nvPr/>
        </p:nvSpPr>
        <p:spPr>
          <a:xfrm>
            <a:off x="4709160" y="201168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14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5308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48"/>
          <p:cNvSpPr/>
          <p:nvPr/>
        </p:nvSpPr>
        <p:spPr>
          <a:xfrm>
            <a:off x="8503920" y="2011680"/>
            <a:ext cx="1005840" cy="100584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5308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 heute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Verzichten</a:t>
            </a:r>
            <a:endParaRPr lang="en-US" sz="20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Beten</a:t>
            </a:r>
            <a:endParaRPr lang="en-US" sz="20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Teilen &amp; helfen</a:t>
            </a:r>
            <a:endParaRPr lang="en-US" sz="20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Ei 149"/>
          <p:cNvSpPr/>
          <p:nvPr/>
        </p:nvSpPr>
        <p:spPr>
          <a:xfrm rot="-840000">
            <a:off x="822960" y="914400"/>
            <a:ext cx="2377440" cy="309067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188720" h="713232" prst="circle"/>
          </a:sp3d>
        </p:spPr>
      </p:sp>
      <p:sp>
        <p:nvSpPr>
          <p:cNvPr id="3" name="Glanzlicht 150"/>
          <p:cNvSpPr/>
          <p:nvPr/>
        </p:nvSpPr>
        <p:spPr>
          <a:xfrm rot="-2640000">
            <a:off x="1298448" y="1223467"/>
            <a:ext cx="760781" cy="61813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" name="3D-Ei 151"/>
          <p:cNvSpPr/>
          <p:nvPr/>
        </p:nvSpPr>
        <p:spPr>
          <a:xfrm rot="720000">
            <a:off x="2377440" y="3017520"/>
            <a:ext cx="1828800" cy="23774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914400" h="548640" prst="circle"/>
          </a:sp3d>
        </p:spPr>
      </p:sp>
      <p:sp>
        <p:nvSpPr>
          <p:cNvPr id="5" name="Glanzlicht 152"/>
          <p:cNvSpPr/>
          <p:nvPr/>
        </p:nvSpPr>
        <p:spPr>
          <a:xfrm rot="-1080000">
            <a:off x="2743200" y="3255264"/>
            <a:ext cx="585216" cy="47548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53"/>
          <p:cNvSpPr/>
          <p:nvPr/>
        </p:nvSpPr>
        <p:spPr>
          <a:xfrm rot="360000">
            <a:off x="548640" y="4297680"/>
            <a:ext cx="1371600" cy="178308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85800" h="411480" prst="circle"/>
          </a:sp3d>
        </p:spPr>
      </p:sp>
      <p:sp>
        <p:nvSpPr>
          <p:cNvPr id="7" name="Glanzlicht 154"/>
          <p:cNvSpPr/>
          <p:nvPr/>
        </p:nvSpPr>
        <p:spPr>
          <a:xfrm rot="-1440000">
            <a:off x="822960" y="4475988"/>
            <a:ext cx="438912" cy="356616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Kugel Sonnenaufgang"/>
          <p:cNvSpPr/>
          <p:nvPr/>
        </p:nvSpPr>
        <p:spPr>
          <a:xfrm>
            <a:off x="2743200" y="822960"/>
            <a:ext cx="1371600" cy="13716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85800" h="411480" prst="circle"/>
          </a:sp3d>
        </p:spPr>
      </p:sp>
      <p:pic>
        <p:nvPicPr>
          <p:cNvPr id="9" name="Sonnenaufga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097280"/>
            <a:ext cx="822960" cy="822960"/>
          </a:xfrm>
          <a:prstGeom prst="rect">
            <a:avLst/>
          </a:prstGeom>
        </p:spPr>
      </p:pic>
      <p:sp>
        <p:nvSpPr>
          <p:cNvPr id="10" name="3D-Kugel 155"/>
          <p:cNvSpPr/>
          <p:nvPr/>
        </p:nvSpPr>
        <p:spPr>
          <a:xfrm>
            <a:off x="1665496" y="1009509"/>
            <a:ext cx="118293" cy="11829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9147" h="35488" prst="circle"/>
          </a:sp3d>
        </p:spPr>
      </p:sp>
      <p:sp>
        <p:nvSpPr>
          <p:cNvPr id="11" name="3D-Kugel 156"/>
          <p:cNvSpPr/>
          <p:nvPr/>
        </p:nvSpPr>
        <p:spPr>
          <a:xfrm>
            <a:off x="659931" y="2058287"/>
            <a:ext cx="168806" cy="16880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4403" h="50642" prst="circle"/>
          </a:sp3d>
        </p:spPr>
      </p:sp>
      <p:sp>
        <p:nvSpPr>
          <p:cNvPr id="12" name="3D-Kugel 157"/>
          <p:cNvSpPr/>
          <p:nvPr/>
        </p:nvSpPr>
        <p:spPr>
          <a:xfrm>
            <a:off x="3456994" y="6034102"/>
            <a:ext cx="130674" cy="1306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5337" h="39202" prst="circle"/>
          </a:sp3d>
        </p:spPr>
      </p:sp>
      <p:sp>
        <p:nvSpPr>
          <p:cNvPr id="13" name="3D-Kugel 158"/>
          <p:cNvSpPr/>
          <p:nvPr/>
        </p:nvSpPr>
        <p:spPr>
          <a:xfrm>
            <a:off x="3997286" y="3106128"/>
            <a:ext cx="159343" cy="1593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9672" h="47803" prst="circle"/>
          </a:sp3d>
        </p:spPr>
      </p:sp>
      <p:sp>
        <p:nvSpPr>
          <p:cNvPr id="14" name="3D-Kugel 159"/>
          <p:cNvSpPr/>
          <p:nvPr/>
        </p:nvSpPr>
        <p:spPr>
          <a:xfrm>
            <a:off x="3893725" y="2060629"/>
            <a:ext cx="190807" cy="1908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5404" h="57242" prst="circle"/>
          </a:sp3d>
        </p:spPr>
      </p:sp>
      <p:sp>
        <p:nvSpPr>
          <p:cNvPr id="15" name="3D-Kugel 160"/>
          <p:cNvSpPr/>
          <p:nvPr/>
        </p:nvSpPr>
        <p:spPr>
          <a:xfrm>
            <a:off x="1011048" y="5459500"/>
            <a:ext cx="161056" cy="1610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528" h="48317" prst="circle"/>
          </a:sp3d>
        </p:spPr>
      </p:sp>
      <p:sp>
        <p:nvSpPr>
          <p:cNvPr id="16" name="3D-Kugel 161"/>
          <p:cNvSpPr/>
          <p:nvPr/>
        </p:nvSpPr>
        <p:spPr>
          <a:xfrm>
            <a:off x="608373" y="3565120"/>
            <a:ext cx="115812" cy="1158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906" h="34744" prst="circle"/>
          </a:sp3d>
        </p:spPr>
      </p:sp>
      <p:sp>
        <p:nvSpPr>
          <p:cNvPr id="17" name="3D-Kugel 162"/>
          <p:cNvSpPr/>
          <p:nvPr/>
        </p:nvSpPr>
        <p:spPr>
          <a:xfrm>
            <a:off x="507686" y="5070709"/>
            <a:ext cx="100793" cy="10079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0397" h="30238" prst="circle"/>
          </a:sp3d>
        </p:spPr>
      </p:sp>
      <p:sp>
        <p:nvSpPr>
          <p:cNvPr id="18" name="3D-Kugel 163"/>
          <p:cNvSpPr/>
          <p:nvPr/>
        </p:nvSpPr>
        <p:spPr>
          <a:xfrm>
            <a:off x="2281777" y="6321554"/>
            <a:ext cx="161721" cy="16172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861" h="48516" prst="circle"/>
          </a:sp3d>
        </p:spPr>
      </p:sp>
      <p:sp>
        <p:nvSpPr>
          <p:cNvPr id="19" name="3D-Kugel 164"/>
          <p:cNvSpPr/>
          <p:nvPr/>
        </p:nvSpPr>
        <p:spPr>
          <a:xfrm>
            <a:off x="3768158" y="3869777"/>
            <a:ext cx="124858" cy="124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2429" h="37457" prst="circle"/>
          </a:sp3d>
        </p:spPr>
      </p:sp>
      <p:sp>
        <p:nvSpPr>
          <p:cNvPr id="20" name="3D-Kugel 165"/>
          <p:cNvSpPr/>
          <p:nvPr/>
        </p:nvSpPr>
        <p:spPr>
          <a:xfrm>
            <a:off x="2676262" y="6328956"/>
            <a:ext cx="145654" cy="14565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2827" h="43696" prst="circle"/>
          </a:sp3d>
        </p:spPr>
      </p:sp>
      <p:sp>
        <p:nvSpPr>
          <p:cNvPr id="21" name="3D-Kugel 166"/>
          <p:cNvSpPr/>
          <p:nvPr/>
        </p:nvSpPr>
        <p:spPr>
          <a:xfrm>
            <a:off x="646545" y="3983251"/>
            <a:ext cx="160099" cy="16009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50" h="48030" prst="circle"/>
          </a:sp3d>
        </p:spPr>
      </p:sp>
      <p:sp>
        <p:nvSpPr>
          <p:cNvPr id="22" name="Text 19"/>
          <p:cNvSpPr txBox="1"/>
          <p:nvPr/>
        </p:nvSpPr>
        <p:spPr>
          <a:xfrm>
            <a:off x="466344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2A164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Das Fest der Auferstehung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fläche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4460" dist="53340" dir="5400000">
              <a:srgbClr val="2A1640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Bildhinweis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2628900" y="3474720"/>
            <a:ext cx="731520" cy="731520"/>
          </a:xfrm>
          <a:prstGeom prst="rect">
            <a:avLst/>
          </a:prstGeom>
        </p:spPr>
      </p:pic>
      <p:sp>
        <p:nvSpPr>
          <p:cNvPr id="4" name="3D-Ei 167"/>
          <p:cNvSpPr/>
          <p:nvPr/>
        </p:nvSpPr>
        <p:spPr>
          <a:xfrm rot="600000">
            <a:off x="11430000" y="1600200"/>
            <a:ext cx="457200" cy="59436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5" name="Glanzlicht 168"/>
          <p:cNvSpPr/>
          <p:nvPr/>
        </p:nvSpPr>
        <p:spPr>
          <a:xfrm rot="-1200000">
            <a:off x="11521440" y="1659636"/>
            <a:ext cx="146304" cy="118872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69"/>
          <p:cNvSpPr/>
          <p:nvPr/>
        </p:nvSpPr>
        <p:spPr>
          <a:xfrm rot="-600000">
            <a:off x="11612880" y="2331720"/>
            <a:ext cx="347472" cy="451714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73736" h="104242" prst="circle"/>
          </a:sp3d>
        </p:spPr>
      </p:sp>
      <p:sp>
        <p:nvSpPr>
          <p:cNvPr id="7" name="Glanzlicht 170"/>
          <p:cNvSpPr/>
          <p:nvPr/>
        </p:nvSpPr>
        <p:spPr>
          <a:xfrm rot="-2400000">
            <a:off x="11682374" y="2376891"/>
            <a:ext cx="111191" cy="9034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Ei 171"/>
          <p:cNvSpPr/>
          <p:nvPr/>
        </p:nvSpPr>
        <p:spPr>
          <a:xfrm rot="480000">
            <a:off x="11430000" y="2880360"/>
            <a:ext cx="292608" cy="38039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46304" h="87782" prst="circle"/>
          </a:sp3d>
        </p:spPr>
      </p:sp>
      <p:sp>
        <p:nvSpPr>
          <p:cNvPr id="9" name="Glanzlicht 172"/>
          <p:cNvSpPr/>
          <p:nvPr/>
        </p:nvSpPr>
        <p:spPr>
          <a:xfrm rot="-1320000">
            <a:off x="11488522" y="2918399"/>
            <a:ext cx="93635" cy="7607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Auferstehung Jesu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126480" y="160020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3D-Ei 173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4" name="Glanzlicht 174"/>
          <p:cNvSpPr/>
          <p:nvPr/>
        </p:nvSpPr>
        <p:spPr>
          <a:xfrm rot="-1800000">
            <a:off x="1424635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8" name="3D-Ei 175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9" name="Glanzlicht 176"/>
          <p:cNvSpPr/>
          <p:nvPr/>
        </p:nvSpPr>
        <p:spPr>
          <a:xfrm rot="-1800000">
            <a:off x="3637483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2898648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3" name="3D-Ei 177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4" name="Glanzlicht 178"/>
          <p:cNvSpPr/>
          <p:nvPr/>
        </p:nvSpPr>
        <p:spPr>
          <a:xfrm rot="-1800000">
            <a:off x="5850331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111496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3D-Ei 179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9" name="Glanzlicht 180"/>
          <p:cNvSpPr/>
          <p:nvPr/>
        </p:nvSpPr>
        <p:spPr>
          <a:xfrm rot="-1800000">
            <a:off x="8063179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Karsamstag</a:t>
            </a:r>
            <a:endParaRPr lang="en-US" sz="17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7324344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3" name="3D-Ei 181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4" name="Glanzlicht 182"/>
          <p:cNvSpPr/>
          <p:nvPr/>
        </p:nvSpPr>
        <p:spPr>
          <a:xfrm rot="-1800000">
            <a:off x="10276027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5" type="body" hasCustomPrompt="1"/>
          </p:nvPr>
        </p:nvSpPr>
        <p:spPr>
          <a:xfrm>
            <a:off x="9537192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Osterkerze"/>
          <p:cNvSpPr/>
          <p:nvPr/>
        </p:nvSpPr>
        <p:spPr>
          <a:xfrm>
            <a:off x="548640" y="1600200"/>
            <a:ext cx="5394960" cy="210312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Ei 183"/>
          <p:cNvSpPr/>
          <p:nvPr/>
        </p:nvSpPr>
        <p:spPr>
          <a:xfrm>
            <a:off x="914400" y="1920240"/>
            <a:ext cx="1005840" cy="1307592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sp>
        <p:nvSpPr>
          <p:cNvPr id="4" name="Glanzlicht 184"/>
          <p:cNvSpPr/>
          <p:nvPr/>
        </p:nvSpPr>
        <p:spPr>
          <a:xfrm rot="-1800000">
            <a:off x="1115568" y="2050999"/>
            <a:ext cx="321869" cy="26151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5" name="Symbol Osterkerz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86000"/>
            <a:ext cx="640080" cy="640080"/>
          </a:xfrm>
          <a:prstGeom prst="rect">
            <a:avLst/>
          </a:prstGeom>
        </p:spPr>
      </p:pic>
      <p:sp>
        <p:nvSpPr>
          <p:cNvPr id="6" name="Text 0"/>
          <p:cNvSpPr/>
          <p:nvPr>
            <p:ph idx="101" type="body" hasCustomPrompt="1"/>
          </p:nvPr>
        </p:nvSpPr>
        <p:spPr>
          <a:xfrm>
            <a:off x="214884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Osterkerze</a:t>
            </a:r>
            <a:endParaRPr lang="en-US" sz="20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2148840" y="24231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3D-Karte Osterlamm"/>
          <p:cNvSpPr/>
          <p:nvPr/>
        </p:nvSpPr>
        <p:spPr>
          <a:xfrm>
            <a:off x="6217920" y="1600200"/>
            <a:ext cx="5394960" cy="210312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Ei 185"/>
          <p:cNvSpPr/>
          <p:nvPr/>
        </p:nvSpPr>
        <p:spPr>
          <a:xfrm>
            <a:off x="6583680" y="1920240"/>
            <a:ext cx="1005840" cy="1307592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sp>
        <p:nvSpPr>
          <p:cNvPr id="10" name="Glanzlicht 186"/>
          <p:cNvSpPr/>
          <p:nvPr/>
        </p:nvSpPr>
        <p:spPr>
          <a:xfrm rot="-1800000">
            <a:off x="6784848" y="2050999"/>
            <a:ext cx="321869" cy="26151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11" name="Symbol Osterlamm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286000"/>
            <a:ext cx="640080" cy="640080"/>
          </a:xfrm>
          <a:prstGeom prst="rect">
            <a:avLst/>
          </a:prstGeom>
        </p:spPr>
      </p:pic>
      <p:sp>
        <p:nvSpPr>
          <p:cNvPr id="12" name="Text 0"/>
          <p:cNvSpPr/>
          <p:nvPr>
            <p:ph idx="103" type="body" hasCustomPrompt="1"/>
          </p:nvPr>
        </p:nvSpPr>
        <p:spPr>
          <a:xfrm>
            <a:off x="781812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Osterlamm</a:t>
            </a:r>
            <a:endParaRPr lang="en-US" sz="20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7818120" y="24231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3D-Karte Osterei"/>
          <p:cNvSpPr/>
          <p:nvPr/>
        </p:nvSpPr>
        <p:spPr>
          <a:xfrm>
            <a:off x="548640" y="3977640"/>
            <a:ext cx="5394960" cy="210312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Ei 187"/>
          <p:cNvSpPr/>
          <p:nvPr/>
        </p:nvSpPr>
        <p:spPr>
          <a:xfrm>
            <a:off x="914400" y="4297680"/>
            <a:ext cx="1005840" cy="130759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sp>
        <p:nvSpPr>
          <p:cNvPr id="16" name="Glanzlicht 188"/>
          <p:cNvSpPr/>
          <p:nvPr/>
        </p:nvSpPr>
        <p:spPr>
          <a:xfrm rot="-1800000">
            <a:off x="1115568" y="4428439"/>
            <a:ext cx="321869" cy="26151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17" name="Symbol Ostere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63440"/>
            <a:ext cx="640080" cy="640080"/>
          </a:xfrm>
          <a:prstGeom prst="rect">
            <a:avLst/>
          </a:prstGeom>
        </p:spPr>
      </p:pic>
      <p:sp>
        <p:nvSpPr>
          <p:cNvPr id="18" name="Text 0"/>
          <p:cNvSpPr/>
          <p:nvPr>
            <p:ph idx="105" type="body" hasCustomPrompt="1"/>
          </p:nvPr>
        </p:nvSpPr>
        <p:spPr>
          <a:xfrm>
            <a:off x="2148840" y="4297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</a:t>
            </a:r>
            <a:endParaRPr lang="en-US" sz="2000" dirty="0"/>
          </a:p>
        </p:txBody>
      </p:sp>
      <p:sp>
        <p:nvSpPr>
          <p:cNvPr id="19" name="Text 0"/>
          <p:cNvSpPr/>
          <p:nvPr>
            <p:ph idx="106" type="body" hasCustomPrompt="1"/>
          </p:nvPr>
        </p:nvSpPr>
        <p:spPr>
          <a:xfrm>
            <a:off x="2148840" y="4800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0" name="3D-Karte Kreuz"/>
          <p:cNvSpPr/>
          <p:nvPr/>
        </p:nvSpPr>
        <p:spPr>
          <a:xfrm>
            <a:off x="6217920" y="3977640"/>
            <a:ext cx="5394960" cy="210312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2A1640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21" name="3D-Ei 189"/>
          <p:cNvSpPr/>
          <p:nvPr/>
        </p:nvSpPr>
        <p:spPr>
          <a:xfrm>
            <a:off x="6583680" y="4297680"/>
            <a:ext cx="1005840" cy="1307592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sp>
        <p:nvSpPr>
          <p:cNvPr id="22" name="Glanzlicht 190"/>
          <p:cNvSpPr/>
          <p:nvPr/>
        </p:nvSpPr>
        <p:spPr>
          <a:xfrm rot="-1800000">
            <a:off x="6784848" y="4428439"/>
            <a:ext cx="321869" cy="26151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23" name="Symbol Kreuz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663440"/>
            <a:ext cx="640080" cy="640080"/>
          </a:xfrm>
          <a:prstGeom prst="rect">
            <a:avLst/>
          </a:prstGeom>
        </p:spPr>
      </p:pic>
      <p:sp>
        <p:nvSpPr>
          <p:cNvPr id="24" name="Text 0"/>
          <p:cNvSpPr/>
          <p:nvPr>
            <p:ph idx="107" type="body" hasCustomPrompt="1"/>
          </p:nvPr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Kreuz</a:t>
            </a:r>
            <a:endParaRPr lang="en-US" sz="2000" dirty="0"/>
          </a:p>
        </p:txBody>
      </p:sp>
      <p:sp>
        <p:nvSpPr>
          <p:cNvPr id="25" name="Text 0"/>
          <p:cNvSpPr/>
          <p:nvPr>
            <p:ph idx="108" type="body" hasCustomPrompt="1"/>
          </p:nvPr>
        </p:nvSpPr>
        <p:spPr>
          <a:xfrm>
            <a:off x="7818120" y="4800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6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Christliche Ostersymbole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Karneval"/>
          <p:cNvSpPr/>
          <p:nvPr/>
        </p:nvSpPr>
        <p:spPr>
          <a:xfrm>
            <a:off x="54864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91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2400" dirty="0"/>
          </a:p>
        </p:txBody>
      </p:sp>
      <p:sp>
        <p:nvSpPr>
          <p:cNvPr id="6" name="3D-Karte Pfeil 1"/>
          <p:cNvSpPr/>
          <p:nvPr/>
        </p:nvSpPr>
        <p:spPr>
          <a:xfrm>
            <a:off x="3950208" y="3589020"/>
            <a:ext cx="365760" cy="548640"/>
          </a:xfrm>
          <a:prstGeom prst="chevron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2A1640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43891" h="21946" prst="softRound"/>
          </a:sp3d>
        </p:spPr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868680" y="3840480"/>
            <a:ext cx="2606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3D-Karte Fastenzeit"/>
          <p:cNvSpPr/>
          <p:nvPr/>
        </p:nvSpPr>
        <p:spPr>
          <a:xfrm>
            <a:off x="445770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92"/>
          <p:cNvSpPr/>
          <p:nvPr/>
        </p:nvSpPr>
        <p:spPr>
          <a:xfrm>
            <a:off x="477774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14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774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2400" dirty="0"/>
          </a:p>
        </p:txBody>
      </p:sp>
      <p:sp>
        <p:nvSpPr>
          <p:cNvPr id="12" name="3D-Karte Pfeil 2"/>
          <p:cNvSpPr/>
          <p:nvPr/>
        </p:nvSpPr>
        <p:spPr>
          <a:xfrm>
            <a:off x="7859268" y="3589020"/>
            <a:ext cx="365760" cy="548640"/>
          </a:xfrm>
          <a:prstGeom prst="chevron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2A1640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43891" h="21946" prst="softRound"/>
          </a:sp3d>
        </p:spPr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3D-Karte Ostern"/>
          <p:cNvSpPr/>
          <p:nvPr/>
        </p:nvSpPr>
        <p:spPr>
          <a:xfrm>
            <a:off x="836676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Symbol 193"/>
          <p:cNvSpPr/>
          <p:nvPr/>
        </p:nvSpPr>
        <p:spPr>
          <a:xfrm>
            <a:off x="8686800" y="1965960"/>
            <a:ext cx="1005840" cy="10058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2A1640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6" name="Symbol 1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202" y="2207362"/>
            <a:ext cx="523037" cy="5230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2400" dirty="0"/>
          </a:p>
        </p:txBody>
      </p:sp>
      <p:sp>
        <p:nvSpPr>
          <p:cNvPr id="18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Der Weg zu Ostern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Bibel"/>
          <p:cNvSpPr/>
          <p:nvPr/>
        </p:nvSpPr>
        <p:spPr>
          <a:xfrm>
            <a:off x="5550408" y="685800"/>
            <a:ext cx="1097280" cy="109728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pic>
        <p:nvPicPr>
          <p:cNvPr id="3" name="Bibe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96112"/>
            <a:ext cx="676656" cy="676656"/>
          </a:xfrm>
          <a:prstGeom prst="rect">
            <a:avLst/>
          </a:prstGeom>
        </p:spPr>
      </p:pic>
      <p:sp>
        <p:nvSpPr>
          <p:cNvPr id="4" name="3D-Kugel 194"/>
          <p:cNvSpPr/>
          <p:nvPr/>
        </p:nvSpPr>
        <p:spPr>
          <a:xfrm>
            <a:off x="5108842" y="5995574"/>
            <a:ext cx="121524" cy="12152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0762" h="36457" prst="circle"/>
          </a:sp3d>
        </p:spPr>
      </p:sp>
      <p:sp>
        <p:nvSpPr>
          <p:cNvPr id="5" name="3D-Kugel 195"/>
          <p:cNvSpPr/>
          <p:nvPr/>
        </p:nvSpPr>
        <p:spPr>
          <a:xfrm>
            <a:off x="5652357" y="5516031"/>
            <a:ext cx="90249" cy="90249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5125" h="27075" prst="circle"/>
          </a:sp3d>
        </p:spPr>
      </p:sp>
      <p:sp>
        <p:nvSpPr>
          <p:cNvPr id="6" name="3D-Kugel 196"/>
          <p:cNvSpPr/>
          <p:nvPr/>
        </p:nvSpPr>
        <p:spPr>
          <a:xfrm>
            <a:off x="8010963" y="5413672"/>
            <a:ext cx="98345" cy="9834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49173" h="29504" prst="circle"/>
          </a:sp3d>
        </p:spPr>
      </p:sp>
      <p:sp>
        <p:nvSpPr>
          <p:cNvPr id="7" name="3D-Kugel 197"/>
          <p:cNvSpPr/>
          <p:nvPr/>
        </p:nvSpPr>
        <p:spPr>
          <a:xfrm>
            <a:off x="5709992" y="5995004"/>
            <a:ext cx="81803" cy="8180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40902" h="24541" prst="circle"/>
          </a:sp3d>
        </p:spPr>
      </p:sp>
      <p:sp>
        <p:nvSpPr>
          <p:cNvPr id="8" name="3D-Kugel 198"/>
          <p:cNvSpPr/>
          <p:nvPr/>
        </p:nvSpPr>
        <p:spPr>
          <a:xfrm>
            <a:off x="3370781" y="5580415"/>
            <a:ext cx="86342" cy="8634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3171" h="25903" prst="circle"/>
          </a:sp3d>
        </p:spPr>
      </p:sp>
      <p:sp>
        <p:nvSpPr>
          <p:cNvPr id="9" name="3D-Kugel 199"/>
          <p:cNvSpPr/>
          <p:nvPr/>
        </p:nvSpPr>
        <p:spPr>
          <a:xfrm>
            <a:off x="5624950" y="5703641"/>
            <a:ext cx="157684" cy="1576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842" h="47305" prst="circle"/>
          </a:sp3d>
        </p:spPr>
      </p:sp>
      <p:sp>
        <p:nvSpPr>
          <p:cNvPr id="10" name="3D-Kugel 200"/>
          <p:cNvSpPr/>
          <p:nvPr/>
        </p:nvSpPr>
        <p:spPr>
          <a:xfrm>
            <a:off x="6041699" y="5450809"/>
            <a:ext cx="122091" cy="12209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046" h="36627" prst="circle"/>
          </a:sp3d>
        </p:spPr>
      </p:sp>
      <p:sp>
        <p:nvSpPr>
          <p:cNvPr id="11" name="3D-Kugel 201"/>
          <p:cNvSpPr/>
          <p:nvPr/>
        </p:nvSpPr>
        <p:spPr>
          <a:xfrm>
            <a:off x="9187216" y="5612843"/>
            <a:ext cx="135013" cy="13501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67507" h="40504" prst="circle"/>
          </a:sp3d>
        </p:spPr>
      </p:sp>
      <p:sp>
        <p:nvSpPr>
          <p:cNvPr id="12" name="3D-Kugel 202"/>
          <p:cNvSpPr/>
          <p:nvPr/>
        </p:nvSpPr>
        <p:spPr>
          <a:xfrm>
            <a:off x="8611348" y="5859524"/>
            <a:ext cx="132440" cy="13244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66220" h="39732" prst="circle"/>
          </a:sp3d>
        </p:spPr>
      </p:sp>
      <p:sp>
        <p:nvSpPr>
          <p:cNvPr id="13" name="3D-Kugel 203"/>
          <p:cNvSpPr/>
          <p:nvPr/>
        </p:nvSpPr>
        <p:spPr>
          <a:xfrm>
            <a:off x="8912863" y="5817188"/>
            <a:ext cx="160094" cy="16009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47" h="48028" prst="circle"/>
          </a:sp3d>
        </p:spPr>
      </p:sp>
      <p:sp>
        <p:nvSpPr>
          <p:cNvPr id="14" name="3D-Kugel 204"/>
          <p:cNvSpPr/>
          <p:nvPr/>
        </p:nvSpPr>
        <p:spPr>
          <a:xfrm>
            <a:off x="3667263" y="5783220"/>
            <a:ext cx="153965" cy="15396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6983" h="46190" prst="circle"/>
          </a:sp3d>
        </p:spPr>
      </p:sp>
      <p:sp>
        <p:nvSpPr>
          <p:cNvPr id="15" name="3D-Kugel 205"/>
          <p:cNvSpPr/>
          <p:nvPr/>
        </p:nvSpPr>
        <p:spPr>
          <a:xfrm>
            <a:off x="8555791" y="5962227"/>
            <a:ext cx="159775" cy="15977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888" h="47933" prst="circle"/>
          </a:sp3d>
        </p:spPr>
      </p:sp>
      <p:sp>
        <p:nvSpPr>
          <p:cNvPr id="16" name="3D-Kugel 206"/>
          <p:cNvSpPr/>
          <p:nvPr/>
        </p:nvSpPr>
        <p:spPr>
          <a:xfrm>
            <a:off x="6052018" y="5466234"/>
            <a:ext cx="113514" cy="1135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6757" h="34054" prst="circle"/>
          </a:sp3d>
        </p:spPr>
      </p:sp>
      <p:sp>
        <p:nvSpPr>
          <p:cNvPr id="17" name="3D-Kugel 207"/>
          <p:cNvSpPr/>
          <p:nvPr/>
        </p:nvSpPr>
        <p:spPr>
          <a:xfrm>
            <a:off x="704009" y="5652070"/>
            <a:ext cx="170632" cy="17063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5316" h="51190" prst="circle"/>
          </a:sp3d>
        </p:spPr>
      </p:sp>
      <p:sp>
        <p:nvSpPr>
          <p:cNvPr id="18" name="Text 0"/>
          <p:cNvSpPr/>
          <p:nvPr>
            <p:ph idx="100" type="body" hasCustomPrompt="1"/>
          </p:nvPr>
        </p:nvSpPr>
        <p:spPr>
          <a:xfrm>
            <a:off x="1463040" y="2011680"/>
            <a:ext cx="9235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1463040" y="4617720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208"/>
          <p:cNvSpPr/>
          <p:nvPr/>
        </p:nvSpPr>
        <p:spPr>
          <a:xfrm>
            <a:off x="8219373" y="367161"/>
            <a:ext cx="209109" cy="209109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55" h="62733" prst="circle"/>
          </a:sp3d>
        </p:spPr>
      </p:sp>
      <p:sp>
        <p:nvSpPr>
          <p:cNvPr id="3" name="3D-Kugel 209"/>
          <p:cNvSpPr/>
          <p:nvPr/>
        </p:nvSpPr>
        <p:spPr>
          <a:xfrm>
            <a:off x="6411535" y="1396272"/>
            <a:ext cx="247861" cy="24786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3931" h="74358" prst="circle"/>
          </a:sp3d>
        </p:spPr>
      </p:sp>
      <p:sp>
        <p:nvSpPr>
          <p:cNvPr id="4" name="3D-Kugel 210"/>
          <p:cNvSpPr/>
          <p:nvPr/>
        </p:nvSpPr>
        <p:spPr>
          <a:xfrm>
            <a:off x="5242627" y="1483078"/>
            <a:ext cx="209989" cy="20998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4995" h="62997" prst="circle"/>
          </a:sp3d>
        </p:spPr>
      </p:sp>
      <p:sp>
        <p:nvSpPr>
          <p:cNvPr id="5" name="3D-Kugel 211"/>
          <p:cNvSpPr/>
          <p:nvPr/>
        </p:nvSpPr>
        <p:spPr>
          <a:xfrm>
            <a:off x="9356189" y="1068264"/>
            <a:ext cx="171694" cy="17169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847" h="51508" prst="circle"/>
          </a:sp3d>
        </p:spPr>
      </p:sp>
      <p:sp>
        <p:nvSpPr>
          <p:cNvPr id="6" name="3D-Kugel 212"/>
          <p:cNvSpPr/>
          <p:nvPr/>
        </p:nvSpPr>
        <p:spPr>
          <a:xfrm>
            <a:off x="915979" y="638504"/>
            <a:ext cx="209175" cy="20917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88" h="62753" prst="circle"/>
          </a:sp3d>
        </p:spPr>
      </p:sp>
      <p:sp>
        <p:nvSpPr>
          <p:cNvPr id="7" name="3D-Kugel 213"/>
          <p:cNvSpPr/>
          <p:nvPr/>
        </p:nvSpPr>
        <p:spPr>
          <a:xfrm>
            <a:off x="7125170" y="783474"/>
            <a:ext cx="215753" cy="2157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7877" h="64726" prst="circle"/>
          </a:sp3d>
        </p:spPr>
      </p:sp>
      <p:sp>
        <p:nvSpPr>
          <p:cNvPr id="8" name="3D-Kugel 214"/>
          <p:cNvSpPr/>
          <p:nvPr/>
        </p:nvSpPr>
        <p:spPr>
          <a:xfrm>
            <a:off x="10148195" y="734273"/>
            <a:ext cx="267628" cy="26762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33814" h="80288" prst="circle"/>
          </a:sp3d>
        </p:spPr>
      </p:sp>
      <p:sp>
        <p:nvSpPr>
          <p:cNvPr id="9" name="3D-Kugel 215"/>
          <p:cNvSpPr/>
          <p:nvPr/>
        </p:nvSpPr>
        <p:spPr>
          <a:xfrm>
            <a:off x="3567331" y="1041594"/>
            <a:ext cx="258120" cy="25812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9060" h="77436" prst="circle"/>
          </a:sp3d>
        </p:spPr>
      </p:sp>
      <p:sp>
        <p:nvSpPr>
          <p:cNvPr id="10" name="3D-Kugel 216"/>
          <p:cNvSpPr/>
          <p:nvPr/>
        </p:nvSpPr>
        <p:spPr>
          <a:xfrm>
            <a:off x="3157547" y="971214"/>
            <a:ext cx="263428" cy="26342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1714" h="79028" prst="circle"/>
          </a:sp3d>
        </p:spPr>
      </p:sp>
      <p:sp>
        <p:nvSpPr>
          <p:cNvPr id="11" name="3D-Kugel 217"/>
          <p:cNvSpPr/>
          <p:nvPr/>
        </p:nvSpPr>
        <p:spPr>
          <a:xfrm>
            <a:off x="2429123" y="1089593"/>
            <a:ext cx="176873" cy="17687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8437" h="53062" prst="circle"/>
          </a:sp3d>
        </p:spPr>
      </p:sp>
      <p:sp>
        <p:nvSpPr>
          <p:cNvPr id="12" name="3D-Kugel 218"/>
          <p:cNvSpPr/>
          <p:nvPr/>
        </p:nvSpPr>
        <p:spPr>
          <a:xfrm>
            <a:off x="5988631" y="530232"/>
            <a:ext cx="257534" cy="25753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28767" h="77260" prst="circle"/>
          </a:sp3d>
        </p:spPr>
      </p:sp>
      <p:sp>
        <p:nvSpPr>
          <p:cNvPr id="13" name="3D-Kugel 219"/>
          <p:cNvSpPr/>
          <p:nvPr/>
        </p:nvSpPr>
        <p:spPr>
          <a:xfrm>
            <a:off x="7390754" y="1188288"/>
            <a:ext cx="215852" cy="215852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926" h="64756" prst="circle"/>
          </a:sp3d>
        </p:spPr>
      </p:sp>
      <p:sp>
        <p:nvSpPr>
          <p:cNvPr id="14" name="3D-Kugel 220"/>
          <p:cNvSpPr/>
          <p:nvPr/>
        </p:nvSpPr>
        <p:spPr>
          <a:xfrm>
            <a:off x="11323122" y="1091558"/>
            <a:ext cx="128027" cy="1280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014" h="38408" prst="circle"/>
          </a:sp3d>
        </p:spPr>
      </p:sp>
      <p:sp>
        <p:nvSpPr>
          <p:cNvPr id="15" name="3D-Kugel 221"/>
          <p:cNvSpPr/>
          <p:nvPr/>
        </p:nvSpPr>
        <p:spPr>
          <a:xfrm>
            <a:off x="10974292" y="597308"/>
            <a:ext cx="253138" cy="25313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6569" h="75941" prst="circle"/>
          </a:sp3d>
        </p:spPr>
      </p:sp>
      <p:sp>
        <p:nvSpPr>
          <p:cNvPr id="16" name="3D-Kugel 222"/>
          <p:cNvSpPr/>
          <p:nvPr/>
        </p:nvSpPr>
        <p:spPr>
          <a:xfrm>
            <a:off x="11473801" y="427409"/>
            <a:ext cx="118747" cy="11874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9374" h="35624" prst="circle"/>
          </a:sp3d>
        </p:spPr>
      </p:sp>
      <p:sp>
        <p:nvSpPr>
          <p:cNvPr id="17" name="3D-Kugel 223"/>
          <p:cNvSpPr/>
          <p:nvPr/>
        </p:nvSpPr>
        <p:spPr>
          <a:xfrm>
            <a:off x="5826437" y="1012656"/>
            <a:ext cx="166811" cy="16681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06" h="50043" prst="circle"/>
          </a:sp3d>
        </p:spPr>
      </p:sp>
      <p:sp>
        <p:nvSpPr>
          <p:cNvPr id="18" name="3D-Kugel 224"/>
          <p:cNvSpPr/>
          <p:nvPr/>
        </p:nvSpPr>
        <p:spPr>
          <a:xfrm>
            <a:off x="10263536" y="343152"/>
            <a:ext cx="107773" cy="1077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3887" h="32332" prst="circle"/>
          </a:sp3d>
        </p:spPr>
      </p:sp>
      <p:sp>
        <p:nvSpPr>
          <p:cNvPr id="19" name="3D-Kugel 225"/>
          <p:cNvSpPr/>
          <p:nvPr/>
        </p:nvSpPr>
        <p:spPr>
          <a:xfrm>
            <a:off x="6730468" y="1503960"/>
            <a:ext cx="200711" cy="20071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0356" h="60213" prst="circle"/>
          </a:sp3d>
        </p:spPr>
      </p:sp>
      <p:sp>
        <p:nvSpPr>
          <p:cNvPr id="20" name="3D-Kugel 226"/>
          <p:cNvSpPr/>
          <p:nvPr/>
        </p:nvSpPr>
        <p:spPr>
          <a:xfrm>
            <a:off x="11406415" y="1262674"/>
            <a:ext cx="156066" cy="1560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8033" h="46820" prst="circle"/>
          </a:sp3d>
        </p:spPr>
      </p:sp>
      <p:sp>
        <p:nvSpPr>
          <p:cNvPr id="21" name="3D-Kugel 227"/>
          <p:cNvSpPr/>
          <p:nvPr/>
        </p:nvSpPr>
        <p:spPr>
          <a:xfrm>
            <a:off x="6282243" y="1275382"/>
            <a:ext cx="232917" cy="23291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16459" h="69875" prst="circle"/>
          </a:sp3d>
        </p:spPr>
      </p:sp>
      <p:sp>
        <p:nvSpPr>
          <p:cNvPr id="22" name="3D-Kugel 228"/>
          <p:cNvSpPr/>
          <p:nvPr/>
        </p:nvSpPr>
        <p:spPr>
          <a:xfrm>
            <a:off x="7485544" y="1018885"/>
            <a:ext cx="141705" cy="14170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853" h="42512" prst="circle"/>
          </a:sp3d>
        </p:spPr>
      </p:sp>
      <p:sp>
        <p:nvSpPr>
          <p:cNvPr id="23" name="3D-Kugel 229"/>
          <p:cNvSpPr/>
          <p:nvPr/>
        </p:nvSpPr>
        <p:spPr>
          <a:xfrm>
            <a:off x="8301092" y="831999"/>
            <a:ext cx="141510" cy="14151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755" h="42453" prst="circle"/>
          </a:sp3d>
        </p:spPr>
      </p:sp>
      <p:sp>
        <p:nvSpPr>
          <p:cNvPr id="24" name="3D-Kugel 230"/>
          <p:cNvSpPr/>
          <p:nvPr/>
        </p:nvSpPr>
        <p:spPr>
          <a:xfrm>
            <a:off x="2194430" y="1352200"/>
            <a:ext cx="125652" cy="1256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2826" h="37696" prst="circle"/>
          </a:sp3d>
        </p:spPr>
      </p:sp>
      <p:sp>
        <p:nvSpPr>
          <p:cNvPr id="25" name="3D-Kugel 231"/>
          <p:cNvSpPr/>
          <p:nvPr/>
        </p:nvSpPr>
        <p:spPr>
          <a:xfrm>
            <a:off x="5137798" y="445024"/>
            <a:ext cx="170330" cy="17033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165" h="51099" prst="circle"/>
          </a:sp3d>
        </p:spPr>
      </p:sp>
      <p:sp>
        <p:nvSpPr>
          <p:cNvPr id="26" name="3D-Kugel 232"/>
          <p:cNvSpPr/>
          <p:nvPr/>
        </p:nvSpPr>
        <p:spPr>
          <a:xfrm>
            <a:off x="10565806" y="1331585"/>
            <a:ext cx="168865" cy="1688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433" h="50660" prst="circle"/>
          </a:sp3d>
        </p:spPr>
      </p:sp>
      <p:sp>
        <p:nvSpPr>
          <p:cNvPr id="27" name="3D-Kugel 233"/>
          <p:cNvSpPr/>
          <p:nvPr/>
        </p:nvSpPr>
        <p:spPr>
          <a:xfrm>
            <a:off x="638773" y="625258"/>
            <a:ext cx="197456" cy="1974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8728" h="59237" prst="circle"/>
          </a:sp3d>
        </p:spPr>
      </p:sp>
      <p:sp>
        <p:nvSpPr>
          <p:cNvPr id="28" name="3D-Kugel 234"/>
          <p:cNvSpPr/>
          <p:nvPr/>
        </p:nvSpPr>
        <p:spPr>
          <a:xfrm>
            <a:off x="2577629" y="1495688"/>
            <a:ext cx="149424" cy="14942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4712" h="44827" prst="circle"/>
          </a:sp3d>
        </p:spPr>
      </p:sp>
      <p:sp>
        <p:nvSpPr>
          <p:cNvPr id="29" name="3D-Kugel 235"/>
          <p:cNvSpPr/>
          <p:nvPr/>
        </p:nvSpPr>
        <p:spPr>
          <a:xfrm>
            <a:off x="9856737" y="534549"/>
            <a:ext cx="100969" cy="10096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485" h="30291" prst="circle"/>
          </a:sp3d>
        </p:spPr>
      </p:sp>
      <p:sp>
        <p:nvSpPr>
          <p:cNvPr id="30" name="3D-Kugel 236"/>
          <p:cNvSpPr/>
          <p:nvPr/>
        </p:nvSpPr>
        <p:spPr>
          <a:xfrm>
            <a:off x="4502308" y="912057"/>
            <a:ext cx="128290" cy="12829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145" h="38487" prst="circle"/>
          </a:sp3d>
        </p:spPr>
      </p:sp>
      <p:sp>
        <p:nvSpPr>
          <p:cNvPr id="31" name="3D-Kugel 237"/>
          <p:cNvSpPr/>
          <p:nvPr/>
        </p:nvSpPr>
        <p:spPr>
          <a:xfrm>
            <a:off x="2598613" y="550907"/>
            <a:ext cx="124709" cy="12470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2355" h="37413" prst="circle"/>
          </a:sp3d>
        </p:spPr>
      </p:sp>
      <p:sp>
        <p:nvSpPr>
          <p:cNvPr id="32" name="3D-Kugel 238"/>
          <p:cNvSpPr/>
          <p:nvPr/>
        </p:nvSpPr>
        <p:spPr>
          <a:xfrm>
            <a:off x="8801130" y="1304265"/>
            <a:ext cx="166423" cy="16642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212" h="49927" prst="circle"/>
          </a:sp3d>
        </p:spPr>
      </p:sp>
      <p:sp>
        <p:nvSpPr>
          <p:cNvPr id="33" name="3D-Kugel 239"/>
          <p:cNvSpPr/>
          <p:nvPr/>
        </p:nvSpPr>
        <p:spPr>
          <a:xfrm>
            <a:off x="5295215" y="1139729"/>
            <a:ext cx="146755" cy="14675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3378" h="44027" prst="circle"/>
          </a:sp3d>
        </p:spPr>
      </p:sp>
      <p:sp>
        <p:nvSpPr>
          <p:cNvPr id="34" name="3D-Kugel 240"/>
          <p:cNvSpPr/>
          <p:nvPr/>
        </p:nvSpPr>
        <p:spPr>
          <a:xfrm>
            <a:off x="8020211" y="555356"/>
            <a:ext cx="141903" cy="14190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952" h="42571" prst="circle"/>
          </a:sp3d>
        </p:spPr>
      </p:sp>
      <p:sp>
        <p:nvSpPr>
          <p:cNvPr id="35" name="3D-Kugel 241"/>
          <p:cNvSpPr/>
          <p:nvPr/>
        </p:nvSpPr>
        <p:spPr>
          <a:xfrm>
            <a:off x="10326779" y="1357118"/>
            <a:ext cx="228068" cy="22806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4034" h="68420" prst="circle"/>
          </a:sp3d>
        </p:spPr>
      </p:sp>
      <p:sp>
        <p:nvSpPr>
          <p:cNvPr id="36" name="3D-Ei 242"/>
          <p:cNvSpPr/>
          <p:nvPr/>
        </p:nvSpPr>
        <p:spPr>
          <a:xfrm rot="-720000">
            <a:off x="914400" y="4754880"/>
            <a:ext cx="1097280" cy="1426464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37" name="Glanzlicht 243"/>
          <p:cNvSpPr/>
          <p:nvPr/>
        </p:nvSpPr>
        <p:spPr>
          <a:xfrm rot="-2520000">
            <a:off x="1133856" y="489752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8" name="3D-Ei 244"/>
          <p:cNvSpPr/>
          <p:nvPr/>
        </p:nvSpPr>
        <p:spPr>
          <a:xfrm rot="600000">
            <a:off x="2103120" y="5120640"/>
            <a:ext cx="914400" cy="11887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sp>
        <p:nvSpPr>
          <p:cNvPr id="39" name="Glanzlicht 245"/>
          <p:cNvSpPr/>
          <p:nvPr/>
        </p:nvSpPr>
        <p:spPr>
          <a:xfrm rot="-1200000">
            <a:off x="2286000" y="5239512"/>
            <a:ext cx="292608" cy="23774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0" name="3D-Ei 246"/>
          <p:cNvSpPr/>
          <p:nvPr/>
        </p:nvSpPr>
        <p:spPr>
          <a:xfrm rot="720000">
            <a:off x="10058400" y="4846320"/>
            <a:ext cx="1097280" cy="1426464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41" name="Glanzlicht 247"/>
          <p:cNvSpPr/>
          <p:nvPr/>
        </p:nvSpPr>
        <p:spPr>
          <a:xfrm rot="-1080000">
            <a:off x="10277856" y="498896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2" name="3D-Ei 248"/>
          <p:cNvSpPr/>
          <p:nvPr/>
        </p:nvSpPr>
        <p:spPr>
          <a:xfrm rot="-480000">
            <a:off x="8961120" y="5212080"/>
            <a:ext cx="822960" cy="1069848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2A1640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sp>
        <p:nvSpPr>
          <p:cNvPr id="43" name="Glanzlicht 249"/>
          <p:cNvSpPr/>
          <p:nvPr/>
        </p:nvSpPr>
        <p:spPr>
          <a:xfrm rot="-2280000">
            <a:off x="9125712" y="5319065"/>
            <a:ext cx="263347" cy="21397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4" name="3D-Kugel 250"/>
          <p:cNvSpPr/>
          <p:nvPr/>
        </p:nvSpPr>
        <p:spPr>
          <a:xfrm>
            <a:off x="3610938" y="5155883"/>
            <a:ext cx="78545" cy="7854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73" h="23564" prst="circle"/>
          </a:sp3d>
        </p:spPr>
      </p:sp>
      <p:sp>
        <p:nvSpPr>
          <p:cNvPr id="45" name="3D-Kugel 251"/>
          <p:cNvSpPr/>
          <p:nvPr/>
        </p:nvSpPr>
        <p:spPr>
          <a:xfrm>
            <a:off x="3308917" y="5791388"/>
            <a:ext cx="73865" cy="7386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6933" h="22160" prst="circle"/>
          </a:sp3d>
        </p:spPr>
      </p:sp>
      <p:sp>
        <p:nvSpPr>
          <p:cNvPr id="46" name="3D-Kugel 252"/>
          <p:cNvSpPr/>
          <p:nvPr/>
        </p:nvSpPr>
        <p:spPr>
          <a:xfrm>
            <a:off x="3588780" y="6204303"/>
            <a:ext cx="193348" cy="19334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674" h="58004" prst="circle"/>
          </a:sp3d>
        </p:spPr>
      </p:sp>
      <p:sp>
        <p:nvSpPr>
          <p:cNvPr id="47" name="3D-Kugel 253"/>
          <p:cNvSpPr/>
          <p:nvPr/>
        </p:nvSpPr>
        <p:spPr>
          <a:xfrm>
            <a:off x="6705564" y="6023563"/>
            <a:ext cx="106287" cy="10628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3144" h="31886" prst="circle"/>
          </a:sp3d>
        </p:spPr>
      </p:sp>
      <p:sp>
        <p:nvSpPr>
          <p:cNvPr id="48" name="3D-Kugel 254"/>
          <p:cNvSpPr/>
          <p:nvPr/>
        </p:nvSpPr>
        <p:spPr>
          <a:xfrm>
            <a:off x="4123557" y="5455274"/>
            <a:ext cx="122054" cy="122054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1027" h="36616" prst="circle"/>
          </a:sp3d>
        </p:spPr>
      </p:sp>
      <p:sp>
        <p:nvSpPr>
          <p:cNvPr id="49" name="3D-Kugel 255"/>
          <p:cNvSpPr/>
          <p:nvPr/>
        </p:nvSpPr>
        <p:spPr>
          <a:xfrm>
            <a:off x="3474753" y="6204819"/>
            <a:ext cx="165972" cy="16597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2986" h="49792" prst="circle"/>
          </a:sp3d>
        </p:spPr>
      </p:sp>
      <p:sp>
        <p:nvSpPr>
          <p:cNvPr id="50" name="3D-Kugel 256"/>
          <p:cNvSpPr/>
          <p:nvPr/>
        </p:nvSpPr>
        <p:spPr>
          <a:xfrm>
            <a:off x="6960348" y="5386664"/>
            <a:ext cx="163366" cy="1633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683" h="49010" prst="circle"/>
          </a:sp3d>
        </p:spPr>
      </p:sp>
      <p:sp>
        <p:nvSpPr>
          <p:cNvPr id="51" name="3D-Kugel 257"/>
          <p:cNvSpPr/>
          <p:nvPr/>
        </p:nvSpPr>
        <p:spPr>
          <a:xfrm>
            <a:off x="6143275" y="5678072"/>
            <a:ext cx="167575" cy="16757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788" h="50273" prst="circle"/>
          </a:sp3d>
        </p:spPr>
      </p:sp>
      <p:sp>
        <p:nvSpPr>
          <p:cNvPr id="52" name="3D-Kugel 258"/>
          <p:cNvSpPr/>
          <p:nvPr/>
        </p:nvSpPr>
        <p:spPr>
          <a:xfrm>
            <a:off x="8630315" y="5330243"/>
            <a:ext cx="103925" cy="1039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1963" h="31178" prst="circle"/>
          </a:sp3d>
        </p:spPr>
      </p:sp>
      <p:sp>
        <p:nvSpPr>
          <p:cNvPr id="53" name="3D-Kugel 259"/>
          <p:cNvSpPr/>
          <p:nvPr/>
        </p:nvSpPr>
        <p:spPr>
          <a:xfrm>
            <a:off x="5814233" y="5893783"/>
            <a:ext cx="153769" cy="15376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885" h="46131" prst="circle"/>
          </a:sp3d>
        </p:spPr>
      </p:sp>
      <p:sp>
        <p:nvSpPr>
          <p:cNvPr id="54" name="3D-Kugel 260"/>
          <p:cNvSpPr/>
          <p:nvPr/>
        </p:nvSpPr>
        <p:spPr>
          <a:xfrm>
            <a:off x="5420898" y="5636209"/>
            <a:ext cx="114418" cy="11441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7209" h="34325" prst="circle"/>
          </a:sp3d>
        </p:spPr>
      </p:sp>
      <p:sp>
        <p:nvSpPr>
          <p:cNvPr id="55" name="3D-Kugel 261"/>
          <p:cNvSpPr/>
          <p:nvPr/>
        </p:nvSpPr>
        <p:spPr>
          <a:xfrm>
            <a:off x="4240982" y="6080541"/>
            <a:ext cx="167226" cy="1672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613" h="50168" prst="circle"/>
          </a:sp3d>
        </p:spPr>
      </p:sp>
      <p:sp>
        <p:nvSpPr>
          <p:cNvPr id="56" name="3D-Kugel 262"/>
          <p:cNvSpPr/>
          <p:nvPr/>
        </p:nvSpPr>
        <p:spPr>
          <a:xfrm>
            <a:off x="4560855" y="5546459"/>
            <a:ext cx="109502" cy="10950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51" h="32851" prst="circle"/>
          </a:sp3d>
        </p:spPr>
      </p:sp>
      <p:sp>
        <p:nvSpPr>
          <p:cNvPr id="57" name="3D-Kugel 263"/>
          <p:cNvSpPr/>
          <p:nvPr/>
        </p:nvSpPr>
        <p:spPr>
          <a:xfrm>
            <a:off x="8579026" y="5540458"/>
            <a:ext cx="122602" cy="12260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301" h="36781" prst="circle"/>
          </a:sp3d>
        </p:spPr>
      </p:sp>
      <p:sp>
        <p:nvSpPr>
          <p:cNvPr id="58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59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2A1640"/>
      </a:dk1>
      <a:lt1>
        <a:srgbClr val="FFFFFF"/>
      </a:lt1>
      <a:dk2>
        <a:srgbClr val="5B3A7E"/>
      </a:dk2>
      <a:lt2>
        <a:srgbClr val="F6F2FA"/>
      </a:lt2>
      <a:accent1>
        <a:srgbClr val="E4364B"/>
      </a:accent1>
      <a:accent2>
        <a:srgbClr val="FFB81C"/>
      </a:accent2>
      <a:accent3>
        <a:srgbClr val="1FA38A"/>
      </a:accent3>
      <a:accent4>
        <a:srgbClr val="3D7DF2"/>
      </a:accent4>
      <a:accent5>
        <a:srgbClr val="B6DFA0"/>
      </a:accent5>
      <a:accent6>
        <a:srgbClr val="F6B5D4"/>
      </a:accent6>
      <a:hlink>
        <a:srgbClr val="3D7DF2"/>
      </a:hlink>
      <a:folHlink>
        <a:srgbClr val="5B3A7E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Kirchenjahr</dc:subject>
  <dc:creator>PptxGenJS</dc:creator>
  <cp:lastModifiedBy>PptxGenJS</cp:lastModifiedBy>
  <cp:revision>1</cp:revision>
  <dcterms:created xsi:type="dcterms:W3CDTF">2026-10-12T06:55:28Z</dcterms:created>
  <dcterms:modified xsi:type="dcterms:W3CDTF">2026-10-12T06:55:28Z</dcterms:modified>
</cp:coreProperties>
</file>