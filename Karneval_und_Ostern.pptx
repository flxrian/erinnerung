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Einstieg" id="{9026edf7-591f-4483-a1bc-fde38bd3c077}">
          <p14:sldIdLst>
            <p14:sldId id="256"/>
            <p14:sldId id="257"/>
          </p14:sldIdLst>
        </p14:section>
        <p14:section name="Karneval" id="{adb2f6ac-6a15-f811-8341-ad5f7e195ae9}">
          <p14:sldIdLst>
            <p14:sldId id="258"/>
            <p14:sldId id="259"/>
            <p14:sldId id="260"/>
            <p14:sldId id="261"/>
            <p14:sldId id="262"/>
          </p14:sldIdLst>
        </p14:section>
        <p14:section name="Ostern" id="{987fb6bd-f37b-971b-e473-4032f892a1a3}">
          <p14:sldIdLst>
            <p14:sldId id="263"/>
            <p14:sldId id="264"/>
            <p14:sldId id="265"/>
            <p14:sldId id="266"/>
          </p14:sldIdLst>
        </p14:section>
        <p14:section name="Abschluss" id="{9fe9d837-a279-df9c-e2c7-5d159ce8b0de}">
          <p14:sldIdLst>
            <p14:sldId id="267"/>
            <p14:sldId id="268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el">
    <p:bg>
      <p:bgPr>
        <a:solidFill>
          <a:schemeClr val="tx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1828800"/>
            <a:ext cx="6035040" cy="2011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5400" b="1" dirty="0">
                <a:solidFill>
                  <a:schemeClr val="bg1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defRPr>
            </a:lvl1pPr>
          </a:lstStyle>
          <a:p>
            <a:pPr algn="l" indent="0" marL="0">
              <a:buNone/>
            </a:pPr>
            <a:r>
              <a:rPr lang="en-US" sz="5400" b="1" dirty="0">
                <a:solidFill>
                  <a:schemeClr val="bg1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Karneval &amp; Ostern</a:t>
            </a:r>
            <a:endParaRPr lang="en-US" sz="5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4069080"/>
            <a:ext cx="6035040" cy="109728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2000" dirty="0">
                <a:solidFill>
                  <a:schemeClr val="accent6"/>
                </a:solidFill>
              </a:defRPr>
            </a:lvl1pPr>
          </a:lstStyle>
          <a:p>
            <a:pPr indent="0" marL="0">
              <a:buNone/>
            </a:pPr>
            <a:r>
              <a:rPr lang="en-US" sz="2000" dirty="0">
                <a:solidFill>
                  <a:schemeClr val="accent6"/>
                </a:solidFill>
              </a:rPr>
              <a:t>Untertitel · Name · Datum</a:t>
            </a:r>
            <a:endParaRPr lang="en-US" sz="20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bschnitt Karneval">
    <p:bg>
      <p:bgPr>
        <a:solidFill>
          <a:schemeClr val="accen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2377440"/>
            <a:ext cx="6766560" cy="12801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6000" b="1" dirty="0">
                <a:solidFill>
                  <a:schemeClr val="bg1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defRPr>
            </a:lvl1pPr>
          </a:lstStyle>
          <a:p>
            <a:pPr algn="l" indent="0" marL="0">
              <a:buNone/>
            </a:pPr>
            <a:r>
              <a:rPr lang="en-US" sz="6000" b="1" dirty="0">
                <a:solidFill>
                  <a:schemeClr val="bg1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Karneval</a:t>
            </a:r>
            <a:endParaRPr lang="en-US" sz="6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840480"/>
            <a:ext cx="6400800" cy="128016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2000" dirty="0">
                <a:solidFill>
                  <a:schemeClr val="bg1"/>
                </a:solidFill>
              </a:defRPr>
            </a:lvl1pPr>
          </a:lstStyle>
          <a:p>
            <a:pPr indent="0" marL="0">
              <a:buNone/>
            </a:pPr>
            <a:r>
              <a:rPr lang="en-US" sz="2000" dirty="0">
                <a:solidFill>
                  <a:schemeClr val="bg1"/>
                </a:solidFill>
              </a:rPr>
              <a:t>Kurze Einleitung zum Kapitel</a:t>
            </a:r>
            <a:endParaRPr lang="en-US" sz="2000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bschnitt Ostern">
    <p:bg>
      <p:bgPr>
        <a:solidFill>
          <a:schemeClr val="accent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663440" y="2377440"/>
            <a:ext cx="6766560" cy="12801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6000" b="1" dirty="0">
                <a:solidFill>
                  <a:schemeClr val="tx1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defRPr>
            </a:lvl1pPr>
          </a:lstStyle>
          <a:p>
            <a:pPr algn="l" indent="0" marL="0">
              <a:buNone/>
            </a:pPr>
            <a:r>
              <a:rPr lang="en-US" sz="6000" b="1" dirty="0">
                <a:solidFill>
                  <a:schemeClr val="tx1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Ostern</a:t>
            </a:r>
            <a:endParaRPr lang="en-US" sz="6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4663440" y="3840480"/>
            <a:ext cx="6400800" cy="128016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2000" dirty="0">
                <a:solidFill>
                  <a:schemeClr val="tx1"/>
                </a:solidFill>
              </a:defRPr>
            </a:lvl1pPr>
          </a:lstStyle>
          <a:p>
            <a:pPr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Kurze Einleitung zum Kapitel</a:t>
            </a:r>
            <a:endParaRPr lang="en-US" sz="2000"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genda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600" b="1" dirty="0">
                <a:solidFill>
                  <a:schemeClr val="tx1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defRPr>
            </a:lvl1pPr>
          </a:lstStyle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Agenda</a:t>
            </a:r>
            <a:endParaRPr lang="en-US" sz="3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1600200" y="1783080"/>
            <a:ext cx="4206240" cy="68580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2000" b="1" dirty="0">
                <a:solidFill>
                  <a:schemeClr val="tx1"/>
                </a:solidFill>
              </a:defRPr>
            </a:lvl1pPr>
          </a:lstStyle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Punkt 1</a:t>
            </a:r>
            <a:endParaRPr lang="en-US" sz="20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1600200" y="2880360"/>
            <a:ext cx="4206240" cy="68580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2000" b="1" dirty="0">
                <a:solidFill>
                  <a:schemeClr val="tx1"/>
                </a:solidFill>
              </a:defRPr>
            </a:lvl1pPr>
          </a:lstStyle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Punkt 2</a:t>
            </a:r>
            <a:endParaRPr lang="en-US" sz="2000" dirty="0"/>
          </a:p>
        </p:txBody>
      </p:sp>
      <p:sp>
        <p:nvSpPr>
          <p:cNvPr id="5" name="Text 0"/>
          <p:cNvSpPr/>
          <p:nvPr>
            <p:ph idx="103" type="body" hasCustomPrompt="1"/>
          </p:nvPr>
        </p:nvSpPr>
        <p:spPr>
          <a:xfrm>
            <a:off x="1600200" y="3977640"/>
            <a:ext cx="4206240" cy="68580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2000" b="1" dirty="0">
                <a:solidFill>
                  <a:schemeClr val="tx1"/>
                </a:solidFill>
              </a:defRPr>
            </a:lvl1pPr>
          </a:lstStyle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Punkt 3</a:t>
            </a:r>
            <a:endParaRPr lang="en-US" sz="2000" dirty="0"/>
          </a:p>
        </p:txBody>
      </p:sp>
      <p:sp>
        <p:nvSpPr>
          <p:cNvPr id="6" name="Text 0"/>
          <p:cNvSpPr/>
          <p:nvPr>
            <p:ph idx="104" type="body" hasCustomPrompt="1"/>
          </p:nvPr>
        </p:nvSpPr>
        <p:spPr>
          <a:xfrm>
            <a:off x="1600200" y="5074920"/>
            <a:ext cx="4206240" cy="68580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2000" b="1" dirty="0">
                <a:solidFill>
                  <a:schemeClr val="tx1"/>
                </a:solidFill>
              </a:defRPr>
            </a:lvl1pPr>
          </a:lstStyle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Punkt 4</a:t>
            </a:r>
            <a:endParaRPr lang="en-US" sz="2000" dirty="0"/>
          </a:p>
        </p:txBody>
      </p:sp>
      <p:sp>
        <p:nvSpPr>
          <p:cNvPr id="7" name="Text 0"/>
          <p:cNvSpPr txBox="1"/>
          <p:nvPr/>
        </p:nvSpPr>
        <p:spPr>
          <a:xfrm>
            <a:off x="548640" y="640080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Karneval &amp; Ostern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ext und Bild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600" b="1" dirty="0">
                <a:solidFill>
                  <a:schemeClr val="tx1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defRPr>
            </a:lvl1pPr>
          </a:lstStyle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Folientitel</a:t>
            </a:r>
            <a:endParaRPr lang="en-US" sz="3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1600200"/>
            <a:ext cx="5486400" cy="448056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spcAft>
                <a:spcPts val="600"/>
              </a:spcAft>
              <a:buNone/>
              <a:defRPr lang="en-US" sz="1600" dirty="0">
                <a:solidFill>
                  <a:schemeClr val="tx1"/>
                </a:solidFill>
              </a:defRPr>
            </a:lvl1pPr>
          </a:lstStyle>
          <a:p>
            <a:pPr indent="0" marL="0">
              <a:spcAft>
                <a:spcPts val="600"/>
              </a:spcAft>
              <a:buNone/>
            </a:pPr>
            <a:r>
              <a:rPr lang="en-US" sz="1600" dirty="0">
                <a:solidFill>
                  <a:schemeClr val="tx1"/>
                </a:solidFill>
              </a:rPr>
              <a:t>Hier deinen Text einfügen</a:t>
            </a:r>
            <a:endParaRPr lang="en-US" sz="1600" dirty="0"/>
          </a:p>
        </p:txBody>
      </p:sp>
      <p:sp>
        <p:nvSpPr>
          <p:cNvPr id="4" name="Text 0"/>
          <p:cNvSpPr/>
          <p:nvPr>
            <p:ph idx="102" hasCustomPrompt="1"/>
          </p:nvPr>
        </p:nvSpPr>
        <p:spPr>
          <a:xfrm>
            <a:off x="6720840" y="1600200"/>
            <a:ext cx="4892040" cy="448056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dirty="0">
                <a:solidFill>
                  <a:schemeClr val="tx2"/>
                </a:solidFill>
              </a:defRPr>
            </a:lvl1pPr>
          </a:lstStyle>
          <a:p>
            <a:pPr indent="0" marL="0">
              <a:buNone/>
            </a:pPr>
            <a:r>
              <a:rPr lang="en-US" dirty="0">
                <a:solidFill>
                  <a:schemeClr val="tx2"/>
                </a:solidFill>
              </a:rPr>
              <a:t>Bild einfügen</a:t>
            </a:r>
            <a:endParaRPr lang="en-US" dirty="0"/>
          </a:p>
        </p:txBody>
      </p:sp>
      <p:sp>
        <p:nvSpPr>
          <p:cNvPr id="5" name="Text 0"/>
          <p:cNvSpPr txBox="1"/>
          <p:nvPr/>
        </p:nvSpPr>
        <p:spPr>
          <a:xfrm>
            <a:off x="548640" y="640080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Karneval &amp; Ostern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1006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ild und Text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600" b="1" dirty="0">
                <a:solidFill>
                  <a:schemeClr val="tx1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defRPr>
            </a:lvl1pPr>
          </a:lstStyle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Folientitel</a:t>
            </a:r>
            <a:endParaRPr lang="en-US" sz="3600" dirty="0"/>
          </a:p>
        </p:txBody>
      </p:sp>
      <p:sp>
        <p:nvSpPr>
          <p:cNvPr id="3" name="Text 0"/>
          <p:cNvSpPr/>
          <p:nvPr>
            <p:ph idx="101" hasCustomPrompt="1"/>
          </p:nvPr>
        </p:nvSpPr>
        <p:spPr>
          <a:xfrm>
            <a:off x="548640" y="1600200"/>
            <a:ext cx="4892040" cy="448056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dirty="0">
                <a:solidFill>
                  <a:schemeClr val="tx2"/>
                </a:solidFill>
              </a:defRPr>
            </a:lvl1pPr>
          </a:lstStyle>
          <a:p>
            <a:pPr indent="0" marL="0">
              <a:buNone/>
            </a:pPr>
            <a:r>
              <a:rPr lang="en-US" dirty="0">
                <a:solidFill>
                  <a:schemeClr val="tx2"/>
                </a:solidFill>
              </a:rPr>
              <a:t>Bild einfügen</a:t>
            </a:r>
            <a:endParaRPr lang="en-US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126480" y="1600200"/>
            <a:ext cx="5486400" cy="448056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spcAft>
                <a:spcPts val="600"/>
              </a:spcAft>
              <a:buNone/>
              <a:defRPr lang="en-US" sz="1600" dirty="0">
                <a:solidFill>
                  <a:schemeClr val="tx1"/>
                </a:solidFill>
              </a:defRPr>
            </a:lvl1pPr>
          </a:lstStyle>
          <a:p>
            <a:pPr indent="0" marL="0">
              <a:spcAft>
                <a:spcPts val="600"/>
              </a:spcAft>
              <a:buNone/>
            </a:pPr>
            <a:r>
              <a:rPr lang="en-US" sz="1600" dirty="0">
                <a:solidFill>
                  <a:schemeClr val="tx1"/>
                </a:solidFill>
              </a:rPr>
              <a:t>Hier deinen Text einfügen</a:t>
            </a:r>
            <a:endParaRPr lang="en-US" sz="1600" dirty="0"/>
          </a:p>
        </p:txBody>
      </p:sp>
      <p:sp>
        <p:nvSpPr>
          <p:cNvPr id="5" name="Text 0"/>
          <p:cNvSpPr txBox="1"/>
          <p:nvPr/>
        </p:nvSpPr>
        <p:spPr>
          <a:xfrm>
            <a:off x="548640" y="640080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Karneval &amp; Ostern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1007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rei Karten">
    <p:bg>
      <p:bgPr>
        <a:solidFill>
          <a:schemeClr val="bg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600" b="1" dirty="0">
                <a:solidFill>
                  <a:schemeClr val="tx1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defRPr>
            </a:lvl1pPr>
          </a:lstStyle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Folientitel</a:t>
            </a:r>
            <a:endParaRPr lang="en-US" sz="3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914400" y="3246120"/>
            <a:ext cx="2743200" cy="54864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2000" b="1" dirty="0">
                <a:solidFill>
                  <a:schemeClr val="tx1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defRPr>
            </a:lvl1pPr>
          </a:lstStyle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Überschrift 1</a:t>
            </a:r>
            <a:endParaRPr lang="en-US" sz="20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914400" y="3886200"/>
            <a:ext cx="2743200" cy="192024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500" dirty="0">
                <a:solidFill>
                  <a:schemeClr val="tx1"/>
                </a:solidFill>
              </a:defRPr>
            </a:lvl1pPr>
          </a:lstStyle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Kurzer Text</a:t>
            </a:r>
            <a:endParaRPr lang="en-US" sz="1500" dirty="0"/>
          </a:p>
        </p:txBody>
      </p:sp>
      <p:sp>
        <p:nvSpPr>
          <p:cNvPr id="5" name="Text 0"/>
          <p:cNvSpPr/>
          <p:nvPr>
            <p:ph idx="103" type="body" hasCustomPrompt="1"/>
          </p:nvPr>
        </p:nvSpPr>
        <p:spPr>
          <a:xfrm>
            <a:off x="4709160" y="3246120"/>
            <a:ext cx="2743200" cy="54864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2000" b="1" dirty="0">
                <a:solidFill>
                  <a:schemeClr val="tx1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defRPr>
            </a:lvl1pPr>
          </a:lstStyle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Überschrift 2</a:t>
            </a:r>
            <a:endParaRPr lang="en-US" sz="2000" dirty="0"/>
          </a:p>
        </p:txBody>
      </p:sp>
      <p:sp>
        <p:nvSpPr>
          <p:cNvPr id="6" name="Text 0"/>
          <p:cNvSpPr/>
          <p:nvPr>
            <p:ph idx="104" type="body" hasCustomPrompt="1"/>
          </p:nvPr>
        </p:nvSpPr>
        <p:spPr>
          <a:xfrm>
            <a:off x="4709160" y="3886200"/>
            <a:ext cx="2743200" cy="192024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500" dirty="0">
                <a:solidFill>
                  <a:schemeClr val="tx1"/>
                </a:solidFill>
              </a:defRPr>
            </a:lvl1pPr>
          </a:lstStyle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Kurzer Text</a:t>
            </a:r>
            <a:endParaRPr lang="en-US" sz="1500" dirty="0"/>
          </a:p>
        </p:txBody>
      </p:sp>
      <p:sp>
        <p:nvSpPr>
          <p:cNvPr id="7" name="Text 0"/>
          <p:cNvSpPr/>
          <p:nvPr>
            <p:ph idx="105" type="body" hasCustomPrompt="1"/>
          </p:nvPr>
        </p:nvSpPr>
        <p:spPr>
          <a:xfrm>
            <a:off x="8503920" y="3246120"/>
            <a:ext cx="2743200" cy="54864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2000" b="1" dirty="0">
                <a:solidFill>
                  <a:schemeClr val="tx1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defRPr>
            </a:lvl1pPr>
          </a:lstStyle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Überschrift 3</a:t>
            </a:r>
            <a:endParaRPr lang="en-US" sz="2000" dirty="0"/>
          </a:p>
        </p:txBody>
      </p:sp>
      <p:sp>
        <p:nvSpPr>
          <p:cNvPr id="8" name="Text 0"/>
          <p:cNvSpPr/>
          <p:nvPr>
            <p:ph idx="106" type="body" hasCustomPrompt="1"/>
          </p:nvPr>
        </p:nvSpPr>
        <p:spPr>
          <a:xfrm>
            <a:off x="8503920" y="3886200"/>
            <a:ext cx="2743200" cy="192024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500" dirty="0">
                <a:solidFill>
                  <a:schemeClr val="tx1"/>
                </a:solidFill>
              </a:defRPr>
            </a:lvl1pPr>
          </a:lstStyle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Kurzer Text</a:t>
            </a:r>
            <a:endParaRPr lang="en-US" sz="1500" dirty="0"/>
          </a:p>
        </p:txBody>
      </p:sp>
      <p:sp>
        <p:nvSpPr>
          <p:cNvPr id="9" name="Text 0"/>
          <p:cNvSpPr txBox="1"/>
          <p:nvPr/>
        </p:nvSpPr>
        <p:spPr>
          <a:xfrm>
            <a:off x="548640" y="640080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Karneval &amp; Ostern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1008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Zahlen und Fakten">
    <p:bg>
      <p:bgPr>
        <a:solidFill>
          <a:schemeClr val="tx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600" b="1" dirty="0">
                <a:solidFill>
                  <a:schemeClr val="bg1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defRPr>
            </a:lvl1pPr>
          </a:lstStyle>
          <a:p>
            <a:pPr algn="l" indent="0" marL="0">
              <a:buNone/>
            </a:pPr>
            <a:r>
              <a:rPr lang="en-US" sz="3600" b="1" dirty="0">
                <a:solidFill>
                  <a:schemeClr val="bg1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Zahlen &amp; Fakten</a:t>
            </a:r>
            <a:endParaRPr lang="en-US" sz="3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2331720"/>
            <a:ext cx="347472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6600" b="1" dirty="0">
                <a:solidFill>
                  <a:schemeClr val="accent2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6600" b="1" dirty="0">
                <a:solidFill>
                  <a:schemeClr val="accent2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00</a:t>
            </a:r>
            <a:endParaRPr lang="en-US" sz="66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822960" y="3703320"/>
            <a:ext cx="292608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600" dirty="0">
                <a:solidFill>
                  <a:schemeClr val="bg1"/>
                </a:solidFill>
              </a:defRPr>
            </a:lvl1pPr>
          </a:lstStyle>
          <a:p>
            <a:pPr algn="ctr" indent="0" marL="0">
              <a:buNone/>
            </a:pPr>
            <a:r>
              <a:rPr lang="en-US" sz="1600" dirty="0">
                <a:solidFill>
                  <a:schemeClr val="bg1"/>
                </a:solidFill>
              </a:rPr>
              <a:t>Was bedeutet diese Zahl?</a:t>
            </a:r>
            <a:endParaRPr lang="en-US" sz="1600" dirty="0"/>
          </a:p>
        </p:txBody>
      </p:sp>
      <p:sp>
        <p:nvSpPr>
          <p:cNvPr id="5" name="Text 0"/>
          <p:cNvSpPr/>
          <p:nvPr>
            <p:ph idx="103" type="body" hasCustomPrompt="1"/>
          </p:nvPr>
        </p:nvSpPr>
        <p:spPr>
          <a:xfrm>
            <a:off x="4343400" y="2331720"/>
            <a:ext cx="347472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6600" b="1" dirty="0">
                <a:solidFill>
                  <a:schemeClr val="accent6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6600" b="1" dirty="0">
                <a:solidFill>
                  <a:schemeClr val="accent6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00</a:t>
            </a:r>
            <a:endParaRPr lang="en-US" sz="6600" dirty="0"/>
          </a:p>
        </p:txBody>
      </p:sp>
      <p:sp>
        <p:nvSpPr>
          <p:cNvPr id="6" name="Text 0"/>
          <p:cNvSpPr/>
          <p:nvPr>
            <p:ph idx="104" type="body" hasCustomPrompt="1"/>
          </p:nvPr>
        </p:nvSpPr>
        <p:spPr>
          <a:xfrm>
            <a:off x="4617720" y="3703320"/>
            <a:ext cx="292608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600" dirty="0">
                <a:solidFill>
                  <a:schemeClr val="bg1"/>
                </a:solidFill>
              </a:defRPr>
            </a:lvl1pPr>
          </a:lstStyle>
          <a:p>
            <a:pPr algn="ctr" indent="0" marL="0">
              <a:buNone/>
            </a:pPr>
            <a:r>
              <a:rPr lang="en-US" sz="1600" dirty="0">
                <a:solidFill>
                  <a:schemeClr val="bg1"/>
                </a:solidFill>
              </a:rPr>
              <a:t>Was bedeutet diese Zahl?</a:t>
            </a:r>
            <a:endParaRPr lang="en-US" sz="1600" dirty="0"/>
          </a:p>
        </p:txBody>
      </p:sp>
      <p:sp>
        <p:nvSpPr>
          <p:cNvPr id="7" name="Text 0"/>
          <p:cNvSpPr/>
          <p:nvPr>
            <p:ph idx="105" type="body" hasCustomPrompt="1"/>
          </p:nvPr>
        </p:nvSpPr>
        <p:spPr>
          <a:xfrm>
            <a:off x="8138160" y="2331720"/>
            <a:ext cx="347472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6600" b="1" dirty="0">
                <a:solidFill>
                  <a:schemeClr val="accent5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6600" b="1" dirty="0">
                <a:solidFill>
                  <a:schemeClr val="accent5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00</a:t>
            </a:r>
            <a:endParaRPr lang="en-US" sz="6600" dirty="0"/>
          </a:p>
        </p:txBody>
      </p:sp>
      <p:sp>
        <p:nvSpPr>
          <p:cNvPr id="8" name="Text 0"/>
          <p:cNvSpPr/>
          <p:nvPr>
            <p:ph idx="106" type="body" hasCustomPrompt="1"/>
          </p:nvPr>
        </p:nvSpPr>
        <p:spPr>
          <a:xfrm>
            <a:off x="8412480" y="3703320"/>
            <a:ext cx="292608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600" dirty="0">
                <a:solidFill>
                  <a:schemeClr val="bg1"/>
                </a:solidFill>
              </a:defRPr>
            </a:lvl1pPr>
          </a:lstStyle>
          <a:p>
            <a:pPr algn="ctr" indent="0" marL="0">
              <a:buNone/>
            </a:pPr>
            <a:r>
              <a:rPr lang="en-US" sz="1600" dirty="0">
                <a:solidFill>
                  <a:schemeClr val="bg1"/>
                </a:solidFill>
              </a:rPr>
              <a:t>Was bedeutet diese Zahl?</a:t>
            </a:r>
            <a:endParaRPr lang="en-US" sz="1600" dirty="0"/>
          </a:p>
        </p:txBody>
      </p:sp>
      <p:sp>
        <p:nvSpPr>
          <p:cNvPr id="9" name="Text 0"/>
          <p:cNvSpPr txBox="1"/>
          <p:nvPr/>
        </p:nvSpPr>
        <p:spPr>
          <a:xfrm>
            <a:off x="548640" y="640080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6"/>
                </a:solidFill>
              </a:rPr>
              <a:t>Karneval &amp; Ostern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1009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Zeitstrahl 4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600" b="1" dirty="0">
                <a:solidFill>
                  <a:schemeClr val="tx1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defRPr>
            </a:lvl1pPr>
          </a:lstStyle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Folientitel</a:t>
            </a:r>
            <a:endParaRPr lang="en-US" sz="3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685800" y="3977640"/>
            <a:ext cx="2491740" cy="21031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400" dirty="0">
                <a:solidFill>
                  <a:schemeClr val="tx1"/>
                </a:solidFill>
              </a:defRPr>
            </a:lvl1pPr>
          </a:lstStyle>
          <a:p>
            <a:pPr algn="ctr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Was passiert hier?</a:t>
            </a:r>
            <a:endParaRPr lang="en-US" sz="14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3451860" y="3977640"/>
            <a:ext cx="2491740" cy="21031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400" dirty="0">
                <a:solidFill>
                  <a:schemeClr val="tx1"/>
                </a:solidFill>
              </a:defRPr>
            </a:lvl1pPr>
          </a:lstStyle>
          <a:p>
            <a:pPr algn="ctr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Was passiert hier?</a:t>
            </a:r>
            <a:endParaRPr lang="en-US" sz="1400" dirty="0"/>
          </a:p>
        </p:txBody>
      </p:sp>
      <p:sp>
        <p:nvSpPr>
          <p:cNvPr id="5" name="Text 0"/>
          <p:cNvSpPr/>
          <p:nvPr>
            <p:ph idx="103" type="body" hasCustomPrompt="1"/>
          </p:nvPr>
        </p:nvSpPr>
        <p:spPr>
          <a:xfrm>
            <a:off x="6217920" y="3977640"/>
            <a:ext cx="2491740" cy="21031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400" dirty="0">
                <a:solidFill>
                  <a:schemeClr val="tx1"/>
                </a:solidFill>
              </a:defRPr>
            </a:lvl1pPr>
          </a:lstStyle>
          <a:p>
            <a:pPr algn="ctr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Was passiert hier?</a:t>
            </a:r>
            <a:endParaRPr lang="en-US" sz="1400" dirty="0"/>
          </a:p>
        </p:txBody>
      </p:sp>
      <p:sp>
        <p:nvSpPr>
          <p:cNvPr id="6" name="Text 0"/>
          <p:cNvSpPr/>
          <p:nvPr>
            <p:ph idx="104" type="body" hasCustomPrompt="1"/>
          </p:nvPr>
        </p:nvSpPr>
        <p:spPr>
          <a:xfrm>
            <a:off x="8983980" y="3977640"/>
            <a:ext cx="2491740" cy="21031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400" dirty="0">
                <a:solidFill>
                  <a:schemeClr val="tx1"/>
                </a:solidFill>
              </a:defRPr>
            </a:lvl1pPr>
          </a:lstStyle>
          <a:p>
            <a:pPr algn="ctr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Was passiert hier?</a:t>
            </a:r>
            <a:endParaRPr lang="en-US" sz="1400" dirty="0"/>
          </a:p>
        </p:txBody>
      </p:sp>
      <p:sp>
        <p:nvSpPr>
          <p:cNvPr id="7" name="Text 0"/>
          <p:cNvSpPr txBox="1"/>
          <p:nvPr/>
        </p:nvSpPr>
        <p:spPr>
          <a:xfrm>
            <a:off x="548640" y="640080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Karneval &amp; Ostern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1010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Zeitstrahl 5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600" b="1" dirty="0">
                <a:solidFill>
                  <a:schemeClr val="tx1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defRPr>
            </a:lvl1pPr>
          </a:lstStyle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Folientitel</a:t>
            </a:r>
            <a:endParaRPr lang="en-US" sz="3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685800" y="3977640"/>
            <a:ext cx="1938528" cy="21031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400" dirty="0">
                <a:solidFill>
                  <a:schemeClr val="tx1"/>
                </a:solidFill>
              </a:defRPr>
            </a:lvl1pPr>
          </a:lstStyle>
          <a:p>
            <a:pPr algn="ctr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Was passiert hier?</a:t>
            </a:r>
            <a:endParaRPr lang="en-US" sz="14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2898648" y="3977640"/>
            <a:ext cx="1938528" cy="21031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400" dirty="0">
                <a:solidFill>
                  <a:schemeClr val="tx1"/>
                </a:solidFill>
              </a:defRPr>
            </a:lvl1pPr>
          </a:lstStyle>
          <a:p>
            <a:pPr algn="ctr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Was passiert hier?</a:t>
            </a:r>
            <a:endParaRPr lang="en-US" sz="1400" dirty="0"/>
          </a:p>
        </p:txBody>
      </p:sp>
      <p:sp>
        <p:nvSpPr>
          <p:cNvPr id="5" name="Text 0"/>
          <p:cNvSpPr/>
          <p:nvPr>
            <p:ph idx="103" type="body" hasCustomPrompt="1"/>
          </p:nvPr>
        </p:nvSpPr>
        <p:spPr>
          <a:xfrm>
            <a:off x="5111496" y="3977640"/>
            <a:ext cx="1938528" cy="21031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400" dirty="0">
                <a:solidFill>
                  <a:schemeClr val="tx1"/>
                </a:solidFill>
              </a:defRPr>
            </a:lvl1pPr>
          </a:lstStyle>
          <a:p>
            <a:pPr algn="ctr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Was passiert hier?</a:t>
            </a:r>
            <a:endParaRPr lang="en-US" sz="1400" dirty="0"/>
          </a:p>
        </p:txBody>
      </p:sp>
      <p:sp>
        <p:nvSpPr>
          <p:cNvPr id="6" name="Text 0"/>
          <p:cNvSpPr/>
          <p:nvPr>
            <p:ph idx="104" type="body" hasCustomPrompt="1"/>
          </p:nvPr>
        </p:nvSpPr>
        <p:spPr>
          <a:xfrm>
            <a:off x="7324344" y="3977640"/>
            <a:ext cx="1938528" cy="21031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400" dirty="0">
                <a:solidFill>
                  <a:schemeClr val="tx1"/>
                </a:solidFill>
              </a:defRPr>
            </a:lvl1pPr>
          </a:lstStyle>
          <a:p>
            <a:pPr algn="ctr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Was passiert hier?</a:t>
            </a:r>
            <a:endParaRPr lang="en-US" sz="1400" dirty="0"/>
          </a:p>
        </p:txBody>
      </p:sp>
      <p:sp>
        <p:nvSpPr>
          <p:cNvPr id="7" name="Text 0"/>
          <p:cNvSpPr/>
          <p:nvPr>
            <p:ph idx="105" type="body" hasCustomPrompt="1"/>
          </p:nvPr>
        </p:nvSpPr>
        <p:spPr>
          <a:xfrm>
            <a:off x="9537192" y="3977640"/>
            <a:ext cx="1938528" cy="21031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400" dirty="0">
                <a:solidFill>
                  <a:schemeClr val="tx1"/>
                </a:solidFill>
              </a:defRPr>
            </a:lvl1pPr>
          </a:lstStyle>
          <a:p>
            <a:pPr algn="ctr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Was passiert hier?</a:t>
            </a:r>
            <a:endParaRPr lang="en-US" sz="1400" dirty="0"/>
          </a:p>
        </p:txBody>
      </p:sp>
      <p:sp>
        <p:nvSpPr>
          <p:cNvPr id="8" name="Text 0"/>
          <p:cNvSpPr txBox="1"/>
          <p:nvPr/>
        </p:nvSpPr>
        <p:spPr>
          <a:xfrm>
            <a:off x="548640" y="640080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Karneval &amp; Ostern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1011</a:t>
            </a:fld>
            <a:endParaRPr lang="en-US"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Raster 2x2">
    <p:bg>
      <p:bgPr>
        <a:solidFill>
          <a:schemeClr val="bg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600" b="1" dirty="0">
                <a:solidFill>
                  <a:schemeClr val="tx1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defRPr>
            </a:lvl1pPr>
          </a:lstStyle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Folientitel</a:t>
            </a:r>
            <a:endParaRPr lang="en-US" sz="3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2148840" y="1920240"/>
            <a:ext cx="3474720" cy="45720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2000" b="1" dirty="0">
                <a:solidFill>
                  <a:schemeClr val="tx1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defRPr>
            </a:lvl1pPr>
          </a:lstStyle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Brauch 1</a:t>
            </a:r>
            <a:endParaRPr lang="en-US" sz="20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2148840" y="2423160"/>
            <a:ext cx="3474720" cy="109728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500" dirty="0">
                <a:solidFill>
                  <a:schemeClr val="tx1"/>
                </a:solidFill>
              </a:defRPr>
            </a:lvl1pPr>
          </a:lstStyle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Kurze Beschreibung</a:t>
            </a:r>
            <a:endParaRPr lang="en-US" sz="1500" dirty="0"/>
          </a:p>
        </p:txBody>
      </p:sp>
      <p:sp>
        <p:nvSpPr>
          <p:cNvPr id="5" name="Text 0"/>
          <p:cNvSpPr/>
          <p:nvPr>
            <p:ph idx="103" type="body" hasCustomPrompt="1"/>
          </p:nvPr>
        </p:nvSpPr>
        <p:spPr>
          <a:xfrm>
            <a:off x="7818120" y="1920240"/>
            <a:ext cx="3474720" cy="45720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2000" b="1" dirty="0">
                <a:solidFill>
                  <a:schemeClr val="tx1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defRPr>
            </a:lvl1pPr>
          </a:lstStyle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Brauch 2</a:t>
            </a:r>
            <a:endParaRPr lang="en-US" sz="2000" dirty="0"/>
          </a:p>
        </p:txBody>
      </p:sp>
      <p:sp>
        <p:nvSpPr>
          <p:cNvPr id="6" name="Text 0"/>
          <p:cNvSpPr/>
          <p:nvPr>
            <p:ph idx="104" type="body" hasCustomPrompt="1"/>
          </p:nvPr>
        </p:nvSpPr>
        <p:spPr>
          <a:xfrm>
            <a:off x="7818120" y="2423160"/>
            <a:ext cx="3474720" cy="109728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500" dirty="0">
                <a:solidFill>
                  <a:schemeClr val="tx1"/>
                </a:solidFill>
              </a:defRPr>
            </a:lvl1pPr>
          </a:lstStyle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Kurze Beschreibung</a:t>
            </a:r>
            <a:endParaRPr lang="en-US" sz="1500" dirty="0"/>
          </a:p>
        </p:txBody>
      </p:sp>
      <p:sp>
        <p:nvSpPr>
          <p:cNvPr id="7" name="Text 0"/>
          <p:cNvSpPr/>
          <p:nvPr>
            <p:ph idx="105" type="body" hasCustomPrompt="1"/>
          </p:nvPr>
        </p:nvSpPr>
        <p:spPr>
          <a:xfrm>
            <a:off x="2148840" y="4297680"/>
            <a:ext cx="3474720" cy="45720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2000" b="1" dirty="0">
                <a:solidFill>
                  <a:schemeClr val="tx1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defRPr>
            </a:lvl1pPr>
          </a:lstStyle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Brauch 3</a:t>
            </a:r>
            <a:endParaRPr lang="en-US" sz="2000" dirty="0"/>
          </a:p>
        </p:txBody>
      </p:sp>
      <p:sp>
        <p:nvSpPr>
          <p:cNvPr id="8" name="Text 0"/>
          <p:cNvSpPr/>
          <p:nvPr>
            <p:ph idx="106" type="body" hasCustomPrompt="1"/>
          </p:nvPr>
        </p:nvSpPr>
        <p:spPr>
          <a:xfrm>
            <a:off x="2148840" y="4800600"/>
            <a:ext cx="3474720" cy="109728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500" dirty="0">
                <a:solidFill>
                  <a:schemeClr val="tx1"/>
                </a:solidFill>
              </a:defRPr>
            </a:lvl1pPr>
          </a:lstStyle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Kurze Beschreibung</a:t>
            </a:r>
            <a:endParaRPr lang="en-US" sz="1500" dirty="0"/>
          </a:p>
        </p:txBody>
      </p:sp>
      <p:sp>
        <p:nvSpPr>
          <p:cNvPr id="9" name="Text 0"/>
          <p:cNvSpPr/>
          <p:nvPr>
            <p:ph idx="107" type="body" hasCustomPrompt="1"/>
          </p:nvPr>
        </p:nvSpPr>
        <p:spPr>
          <a:xfrm>
            <a:off x="7818120" y="4297680"/>
            <a:ext cx="3474720" cy="45720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2000" b="1" dirty="0">
                <a:solidFill>
                  <a:schemeClr val="tx1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defRPr>
            </a:lvl1pPr>
          </a:lstStyle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Brauch 4</a:t>
            </a:r>
            <a:endParaRPr lang="en-US" sz="2000" dirty="0"/>
          </a:p>
        </p:txBody>
      </p:sp>
      <p:sp>
        <p:nvSpPr>
          <p:cNvPr id="10" name="Text 0"/>
          <p:cNvSpPr/>
          <p:nvPr>
            <p:ph idx="108" type="body" hasCustomPrompt="1"/>
          </p:nvPr>
        </p:nvSpPr>
        <p:spPr>
          <a:xfrm>
            <a:off x="7818120" y="4800600"/>
            <a:ext cx="3474720" cy="109728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500" dirty="0">
                <a:solidFill>
                  <a:schemeClr val="tx1"/>
                </a:solidFill>
              </a:defRPr>
            </a:lvl1pPr>
          </a:lstStyle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Kurze Beschreibung</a:t>
            </a:r>
            <a:endParaRPr lang="en-US" sz="1500" dirty="0"/>
          </a:p>
        </p:txBody>
      </p:sp>
      <p:sp>
        <p:nvSpPr>
          <p:cNvPr id="11" name="Text 0"/>
          <p:cNvSpPr txBox="1"/>
          <p:nvPr/>
        </p:nvSpPr>
        <p:spPr>
          <a:xfrm>
            <a:off x="548640" y="640080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Karneval &amp; Ostern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1012</a:t>
            </a:fld>
            <a:endParaRPr lang="en-US"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Vergleich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600" b="1" dirty="0">
                <a:solidFill>
                  <a:schemeClr val="tx1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defRPr>
            </a:lvl1pPr>
          </a:lstStyle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Karneval vs. Ostern</a:t>
            </a:r>
            <a:endParaRPr lang="en-US" sz="3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914400" y="2788920"/>
            <a:ext cx="4709160" cy="310896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spcAft>
                <a:spcPts val="600"/>
              </a:spcAft>
              <a:buNone/>
              <a:defRPr lang="en-US" sz="1600" dirty="0">
                <a:solidFill>
                  <a:schemeClr val="bg1"/>
                </a:solidFill>
              </a:defRPr>
            </a:lvl1pPr>
          </a:lstStyle>
          <a:p>
            <a:pPr indent="0" marL="0">
              <a:spcAft>
                <a:spcPts val="600"/>
              </a:spcAft>
              <a:buNone/>
            </a:pPr>
            <a:r>
              <a:rPr lang="en-US" sz="1600" dirty="0">
                <a:solidFill>
                  <a:schemeClr val="bg1"/>
                </a:solidFill>
              </a:rPr>
              <a:t>Merkmale von Karneval</a:t>
            </a:r>
            <a:endParaRPr lang="en-US" sz="16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583680" y="2788920"/>
            <a:ext cx="4709160" cy="310896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spcAft>
                <a:spcPts val="600"/>
              </a:spcAft>
              <a:buNone/>
              <a:defRPr lang="en-US" sz="1600" dirty="0">
                <a:solidFill>
                  <a:schemeClr val="tx1"/>
                </a:solidFill>
              </a:defRPr>
            </a:lvl1pPr>
          </a:lstStyle>
          <a:p>
            <a:pPr indent="0" marL="0">
              <a:spcAft>
                <a:spcPts val="600"/>
              </a:spcAft>
              <a:buNone/>
            </a:pPr>
            <a:r>
              <a:rPr lang="en-US" sz="1600" dirty="0">
                <a:solidFill>
                  <a:schemeClr val="tx1"/>
                </a:solidFill>
              </a:rPr>
              <a:t>Merkmale von Ostern</a:t>
            </a:r>
            <a:endParaRPr lang="en-US" sz="1600" dirty="0"/>
          </a:p>
        </p:txBody>
      </p:sp>
      <p:sp>
        <p:nvSpPr>
          <p:cNvPr id="5" name="Text 0"/>
          <p:cNvSpPr txBox="1"/>
          <p:nvPr/>
        </p:nvSpPr>
        <p:spPr>
          <a:xfrm>
            <a:off x="548640" y="640080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Karneval &amp; Ostern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1013</a:t>
            </a:fld>
            <a:endParaRPr lang="en-US"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bschluss">
    <p:bg>
      <p:bgPr>
        <a:solidFill>
          <a:schemeClr val="tx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2103120"/>
            <a:ext cx="10698480" cy="13716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5400" b="1" dirty="0">
                <a:solidFill>
                  <a:schemeClr val="bg1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5400" b="1" dirty="0">
                <a:solidFill>
                  <a:schemeClr val="bg1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Danke fürs Zuhören!</a:t>
            </a:r>
            <a:endParaRPr lang="en-US" sz="5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2103120" y="3566160"/>
            <a:ext cx="7955280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2000" dirty="0">
                <a:solidFill>
                  <a:schemeClr val="accent6"/>
                </a:solidFill>
              </a:defRPr>
            </a:lvl1pPr>
          </a:lstStyle>
          <a:p>
            <a:pPr algn="ctr" indent="0" marL="0">
              <a:buNone/>
            </a:pPr>
            <a:r>
              <a:rPr lang="en-US" sz="2000" dirty="0">
                <a:solidFill>
                  <a:schemeClr val="accent6"/>
                </a:solidFill>
              </a:rPr>
              <a:t>Fragen? · Quellen · Kontakt</a:t>
            </a:r>
            <a:endParaRPr lang="en-US" sz="20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  <p:sldLayoutId id="2147483662" r:id="rId1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5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6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8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slideLayout" Target="../slideLayouts/slideLayout10.xml"/><Relationship Id="rId6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7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slideLayout" Target="../slideLayouts/slideLayout12.xml"/><Relationship Id="rId6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slideLayout" Target="../slideLayouts/slideLayout13.xml"/><Relationship Id="rId4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sterei 1"/>
          <p:cNvSpPr/>
          <p:nvPr/>
        </p:nvSpPr>
        <p:spPr>
          <a:xfrm rot="-720000">
            <a:off x="8869680" y="1188720"/>
            <a:ext cx="2103120" cy="2734056"/>
          </a:xfrm>
          <a:prstGeom prst="ellipse">
            <a:avLst/>
          </a:prstGeom>
          <a:solidFill>
            <a:schemeClr val="accent6"/>
          </a:solidFill>
          <a:ln/>
        </p:spPr>
      </p:sp>
      <p:sp>
        <p:nvSpPr>
          <p:cNvPr id="3" name="Osterei 2"/>
          <p:cNvSpPr/>
          <p:nvPr/>
        </p:nvSpPr>
        <p:spPr>
          <a:xfrm rot="600000">
            <a:off x="7589520" y="2926080"/>
            <a:ext cx="1737360" cy="2258568"/>
          </a:xfrm>
          <a:prstGeom prst="ellipse">
            <a:avLst/>
          </a:prstGeom>
          <a:solidFill>
            <a:schemeClr val="accent5"/>
          </a:solidFill>
          <a:ln/>
        </p:spPr>
      </p:sp>
      <p:sp>
        <p:nvSpPr>
          <p:cNvPr id="4" name="Osterei 3"/>
          <p:cNvSpPr/>
          <p:nvPr/>
        </p:nvSpPr>
        <p:spPr>
          <a:xfrm rot="1080000">
            <a:off x="9966960" y="3566160"/>
            <a:ext cx="1463040" cy="1901952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5" name="Konfetti 4"/>
          <p:cNvSpPr/>
          <p:nvPr/>
        </p:nvSpPr>
        <p:spPr>
          <a:xfrm>
            <a:off x="9691342" y="1053376"/>
            <a:ext cx="171808" cy="171808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6" name="Konfetti 5"/>
          <p:cNvSpPr/>
          <p:nvPr/>
        </p:nvSpPr>
        <p:spPr>
          <a:xfrm>
            <a:off x="9195941" y="3406208"/>
            <a:ext cx="122232" cy="122232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7" name="Konfetti 6"/>
          <p:cNvSpPr/>
          <p:nvPr/>
        </p:nvSpPr>
        <p:spPr>
          <a:xfrm>
            <a:off x="11163777" y="3924400"/>
            <a:ext cx="88955" cy="88955"/>
          </a:xfrm>
          <a:prstGeom prst="ellipse">
            <a:avLst/>
          </a:prstGeom>
          <a:solidFill>
            <a:schemeClr val="accent3"/>
          </a:solidFill>
          <a:ln/>
        </p:spPr>
      </p:sp>
      <p:sp>
        <p:nvSpPr>
          <p:cNvPr id="8" name="Konfetti 7"/>
          <p:cNvSpPr/>
          <p:nvPr/>
        </p:nvSpPr>
        <p:spPr>
          <a:xfrm>
            <a:off x="8479902" y="5030382"/>
            <a:ext cx="155797" cy="155797"/>
          </a:xfrm>
          <a:prstGeom prst="ellipse">
            <a:avLst/>
          </a:prstGeom>
          <a:solidFill>
            <a:schemeClr val="accent4"/>
          </a:solidFill>
          <a:ln/>
        </p:spPr>
      </p:sp>
      <p:sp>
        <p:nvSpPr>
          <p:cNvPr id="9" name="Konfetti 8"/>
          <p:cNvSpPr/>
          <p:nvPr/>
        </p:nvSpPr>
        <p:spPr>
          <a:xfrm>
            <a:off x="7558161" y="3317717"/>
            <a:ext cx="205408" cy="205408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0" name="Konfetti 9"/>
          <p:cNvSpPr/>
          <p:nvPr/>
        </p:nvSpPr>
        <p:spPr>
          <a:xfrm>
            <a:off x="10215051" y="1314579"/>
            <a:ext cx="120442" cy="120442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11" name="Konfetti 10"/>
          <p:cNvSpPr/>
          <p:nvPr/>
        </p:nvSpPr>
        <p:spPr>
          <a:xfrm>
            <a:off x="9360919" y="1412494"/>
            <a:ext cx="185886" cy="185886"/>
          </a:xfrm>
          <a:prstGeom prst="ellipse">
            <a:avLst/>
          </a:prstGeom>
          <a:solidFill>
            <a:schemeClr val="accent3"/>
          </a:solidFill>
          <a:ln/>
        </p:spPr>
      </p:sp>
      <p:sp>
        <p:nvSpPr>
          <p:cNvPr id="12" name="Konfetti 11"/>
          <p:cNvSpPr/>
          <p:nvPr/>
        </p:nvSpPr>
        <p:spPr>
          <a:xfrm>
            <a:off x="11439260" y="6227028"/>
            <a:ext cx="83225" cy="83225"/>
          </a:xfrm>
          <a:prstGeom prst="ellipse">
            <a:avLst/>
          </a:prstGeom>
          <a:solidFill>
            <a:schemeClr val="accent4"/>
          </a:solidFill>
          <a:ln/>
        </p:spPr>
      </p:sp>
      <p:sp>
        <p:nvSpPr>
          <p:cNvPr id="13" name="Konfetti 12"/>
          <p:cNvSpPr/>
          <p:nvPr/>
        </p:nvSpPr>
        <p:spPr>
          <a:xfrm>
            <a:off x="9211472" y="6127716"/>
            <a:ext cx="97446" cy="97446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4" name="Konfetti 13"/>
          <p:cNvSpPr/>
          <p:nvPr/>
        </p:nvSpPr>
        <p:spPr>
          <a:xfrm>
            <a:off x="9093899" y="3676046"/>
            <a:ext cx="111201" cy="111201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15" name="Konfetti 14"/>
          <p:cNvSpPr/>
          <p:nvPr/>
        </p:nvSpPr>
        <p:spPr>
          <a:xfrm>
            <a:off x="8449196" y="1374142"/>
            <a:ext cx="208311" cy="208311"/>
          </a:xfrm>
          <a:prstGeom prst="ellipse">
            <a:avLst/>
          </a:prstGeom>
          <a:solidFill>
            <a:schemeClr val="accent3"/>
          </a:solidFill>
          <a:ln/>
        </p:spPr>
      </p:sp>
      <p:sp>
        <p:nvSpPr>
          <p:cNvPr id="16" name="Konfetti 15"/>
          <p:cNvSpPr/>
          <p:nvPr/>
        </p:nvSpPr>
        <p:spPr>
          <a:xfrm>
            <a:off x="9140325" y="1727597"/>
            <a:ext cx="271427" cy="271427"/>
          </a:xfrm>
          <a:prstGeom prst="ellipse">
            <a:avLst/>
          </a:prstGeom>
          <a:solidFill>
            <a:schemeClr val="accent4"/>
          </a:solidFill>
          <a:ln/>
        </p:spPr>
      </p:sp>
      <p:sp>
        <p:nvSpPr>
          <p:cNvPr id="17" name="Konfetti 16"/>
          <p:cNvSpPr/>
          <p:nvPr/>
        </p:nvSpPr>
        <p:spPr>
          <a:xfrm>
            <a:off x="8673768" y="1278602"/>
            <a:ext cx="183201" cy="183201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8" name="Konfetti 17"/>
          <p:cNvSpPr/>
          <p:nvPr/>
        </p:nvSpPr>
        <p:spPr>
          <a:xfrm>
            <a:off x="8751315" y="2430339"/>
            <a:ext cx="228622" cy="228622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19" name="Konfetti 18"/>
          <p:cNvSpPr/>
          <p:nvPr/>
        </p:nvSpPr>
        <p:spPr>
          <a:xfrm>
            <a:off x="11375967" y="1806556"/>
            <a:ext cx="89173" cy="89173"/>
          </a:xfrm>
          <a:prstGeom prst="ellipse">
            <a:avLst/>
          </a:prstGeom>
          <a:solidFill>
            <a:schemeClr val="accent3"/>
          </a:solidFill>
          <a:ln/>
        </p:spPr>
      </p:sp>
      <p:sp>
        <p:nvSpPr>
          <p:cNvPr id="20" name="Konfetti 19"/>
          <p:cNvSpPr/>
          <p:nvPr/>
        </p:nvSpPr>
        <p:spPr>
          <a:xfrm>
            <a:off x="9257670" y="1752596"/>
            <a:ext cx="251010" cy="251010"/>
          </a:xfrm>
          <a:prstGeom prst="ellipse">
            <a:avLst/>
          </a:prstGeom>
          <a:solidFill>
            <a:schemeClr val="accent4"/>
          </a:solidFill>
          <a:ln/>
        </p:spPr>
      </p:sp>
      <p:sp>
        <p:nvSpPr>
          <p:cNvPr id="21" name="Konfetti 20"/>
          <p:cNvSpPr/>
          <p:nvPr/>
        </p:nvSpPr>
        <p:spPr>
          <a:xfrm>
            <a:off x="8982380" y="4867522"/>
            <a:ext cx="194450" cy="19445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22" name="Konfetti 21"/>
          <p:cNvSpPr/>
          <p:nvPr/>
        </p:nvSpPr>
        <p:spPr>
          <a:xfrm>
            <a:off x="7817779" y="1691534"/>
            <a:ext cx="204479" cy="204479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23" name="Konfetti 22"/>
          <p:cNvSpPr/>
          <p:nvPr/>
        </p:nvSpPr>
        <p:spPr>
          <a:xfrm>
            <a:off x="7621330" y="649889"/>
            <a:ext cx="163752" cy="163752"/>
          </a:xfrm>
          <a:prstGeom prst="ellipse">
            <a:avLst/>
          </a:prstGeom>
          <a:solidFill>
            <a:schemeClr val="accent3"/>
          </a:solidFill>
          <a:ln/>
        </p:spPr>
      </p:sp>
      <p:sp>
        <p:nvSpPr>
          <p:cNvPr id="24" name="Konfetti 23"/>
          <p:cNvSpPr/>
          <p:nvPr/>
        </p:nvSpPr>
        <p:spPr>
          <a:xfrm>
            <a:off x="10230738" y="4227961"/>
            <a:ext cx="156086" cy="156086"/>
          </a:xfrm>
          <a:prstGeom prst="ellipse">
            <a:avLst/>
          </a:prstGeom>
          <a:solidFill>
            <a:schemeClr val="accent4"/>
          </a:solidFill>
          <a:ln/>
        </p:spPr>
      </p:sp>
      <p:sp>
        <p:nvSpPr>
          <p:cNvPr id="25" name="Konfetti 24"/>
          <p:cNvSpPr/>
          <p:nvPr/>
        </p:nvSpPr>
        <p:spPr>
          <a:xfrm>
            <a:off x="8623160" y="2934497"/>
            <a:ext cx="265303" cy="265303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26" name="Konfetti 25"/>
          <p:cNvSpPr/>
          <p:nvPr/>
        </p:nvSpPr>
        <p:spPr>
          <a:xfrm>
            <a:off x="9154256" y="5357433"/>
            <a:ext cx="172887" cy="172887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27" name="Konfetti 26"/>
          <p:cNvSpPr/>
          <p:nvPr/>
        </p:nvSpPr>
        <p:spPr>
          <a:xfrm>
            <a:off x="9160330" y="1940261"/>
            <a:ext cx="163824" cy="163824"/>
          </a:xfrm>
          <a:prstGeom prst="ellipse">
            <a:avLst/>
          </a:prstGeom>
          <a:solidFill>
            <a:schemeClr val="accent3"/>
          </a:solidFill>
          <a:ln/>
        </p:spPr>
      </p:sp>
      <p:sp>
        <p:nvSpPr>
          <p:cNvPr id="28" name="Konfetti 27"/>
          <p:cNvSpPr/>
          <p:nvPr/>
        </p:nvSpPr>
        <p:spPr>
          <a:xfrm>
            <a:off x="10531158" y="1157434"/>
            <a:ext cx="120768" cy="120768"/>
          </a:xfrm>
          <a:prstGeom prst="ellipse">
            <a:avLst/>
          </a:prstGeom>
          <a:solidFill>
            <a:schemeClr val="accent4"/>
          </a:solidFill>
          <a:ln/>
        </p:spPr>
      </p:sp>
      <p:sp>
        <p:nvSpPr>
          <p:cNvPr id="29" name="Konfetti 28"/>
          <p:cNvSpPr/>
          <p:nvPr/>
        </p:nvSpPr>
        <p:spPr>
          <a:xfrm>
            <a:off x="10631123" y="5515109"/>
            <a:ext cx="127538" cy="127538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30" name="Konfetti 29"/>
          <p:cNvSpPr/>
          <p:nvPr/>
        </p:nvSpPr>
        <p:spPr>
          <a:xfrm>
            <a:off x="11212972" y="5406407"/>
            <a:ext cx="267955" cy="267955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31" name="Konfetti 30"/>
          <p:cNvSpPr/>
          <p:nvPr/>
        </p:nvSpPr>
        <p:spPr>
          <a:xfrm>
            <a:off x="10008063" y="3639220"/>
            <a:ext cx="223502" cy="223502"/>
          </a:xfrm>
          <a:prstGeom prst="ellipse">
            <a:avLst/>
          </a:prstGeom>
          <a:solidFill>
            <a:schemeClr val="accent3"/>
          </a:solidFill>
          <a:ln/>
        </p:spPr>
      </p:sp>
      <p:sp>
        <p:nvSpPr>
          <p:cNvPr id="32" name="Konfetti 31"/>
          <p:cNvSpPr/>
          <p:nvPr/>
        </p:nvSpPr>
        <p:spPr>
          <a:xfrm>
            <a:off x="8678184" y="2528024"/>
            <a:ext cx="77999" cy="77999"/>
          </a:xfrm>
          <a:prstGeom prst="ellipse">
            <a:avLst/>
          </a:prstGeom>
          <a:solidFill>
            <a:schemeClr val="accent4"/>
          </a:solidFill>
          <a:ln/>
        </p:spPr>
      </p:sp>
      <p:sp>
        <p:nvSpPr>
          <p:cNvPr id="33" name="Konfetti 32"/>
          <p:cNvSpPr/>
          <p:nvPr/>
        </p:nvSpPr>
        <p:spPr>
          <a:xfrm>
            <a:off x="8977279" y="4488031"/>
            <a:ext cx="116435" cy="116435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34" name="Konfetti 33"/>
          <p:cNvSpPr/>
          <p:nvPr/>
        </p:nvSpPr>
        <p:spPr>
          <a:xfrm>
            <a:off x="8384128" y="6013523"/>
            <a:ext cx="221461" cy="221461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35" name="Konfetti 34"/>
          <p:cNvSpPr/>
          <p:nvPr/>
        </p:nvSpPr>
        <p:spPr>
          <a:xfrm>
            <a:off x="8841878" y="3910782"/>
            <a:ext cx="74561" cy="74561"/>
          </a:xfrm>
          <a:prstGeom prst="ellipse">
            <a:avLst/>
          </a:prstGeom>
          <a:solidFill>
            <a:schemeClr val="accent3"/>
          </a:solidFill>
          <a:ln/>
        </p:spPr>
      </p:sp>
      <p:sp>
        <p:nvSpPr>
          <p:cNvPr id="36" name="Konfetti 35"/>
          <p:cNvSpPr/>
          <p:nvPr/>
        </p:nvSpPr>
        <p:spPr>
          <a:xfrm>
            <a:off x="7618152" y="6274072"/>
            <a:ext cx="161892" cy="161892"/>
          </a:xfrm>
          <a:prstGeom prst="ellipse">
            <a:avLst/>
          </a:prstGeom>
          <a:solidFill>
            <a:schemeClr val="accent4"/>
          </a:solidFill>
          <a:ln/>
        </p:spPr>
      </p:sp>
      <p:sp>
        <p:nvSpPr>
          <p:cNvPr id="37" name="Konfetti 36"/>
          <p:cNvSpPr/>
          <p:nvPr/>
        </p:nvSpPr>
        <p:spPr>
          <a:xfrm>
            <a:off x="11068095" y="3868116"/>
            <a:ext cx="164937" cy="164937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38" name="Konfetti 37"/>
          <p:cNvSpPr/>
          <p:nvPr/>
        </p:nvSpPr>
        <p:spPr>
          <a:xfrm>
            <a:off x="7774774" y="5092495"/>
            <a:ext cx="167516" cy="167516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39" name="Konfetti 38"/>
          <p:cNvSpPr/>
          <p:nvPr/>
        </p:nvSpPr>
        <p:spPr>
          <a:xfrm>
            <a:off x="1941483" y="1219853"/>
            <a:ext cx="97295" cy="97295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40" name="Konfetti 39"/>
          <p:cNvSpPr/>
          <p:nvPr/>
        </p:nvSpPr>
        <p:spPr>
          <a:xfrm>
            <a:off x="4395570" y="662807"/>
            <a:ext cx="102620" cy="102620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41" name="Konfetti 40"/>
          <p:cNvSpPr/>
          <p:nvPr/>
        </p:nvSpPr>
        <p:spPr>
          <a:xfrm>
            <a:off x="3101787" y="740886"/>
            <a:ext cx="160799" cy="160799"/>
          </a:xfrm>
          <a:prstGeom prst="ellipse">
            <a:avLst/>
          </a:prstGeom>
          <a:solidFill>
            <a:schemeClr val="accent3"/>
          </a:solidFill>
          <a:ln/>
        </p:spPr>
      </p:sp>
      <p:sp>
        <p:nvSpPr>
          <p:cNvPr id="42" name="Konfetti 41"/>
          <p:cNvSpPr/>
          <p:nvPr/>
        </p:nvSpPr>
        <p:spPr>
          <a:xfrm>
            <a:off x="6010726" y="1034122"/>
            <a:ext cx="112572" cy="112572"/>
          </a:xfrm>
          <a:prstGeom prst="ellipse">
            <a:avLst/>
          </a:prstGeom>
          <a:solidFill>
            <a:schemeClr val="accent4"/>
          </a:solidFill>
          <a:ln/>
        </p:spPr>
      </p:sp>
      <p:sp>
        <p:nvSpPr>
          <p:cNvPr id="43" name="Konfetti 42"/>
          <p:cNvSpPr/>
          <p:nvPr/>
        </p:nvSpPr>
        <p:spPr>
          <a:xfrm>
            <a:off x="4263158" y="1026284"/>
            <a:ext cx="100435" cy="100435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44" name="Konfetti 43"/>
          <p:cNvSpPr/>
          <p:nvPr/>
        </p:nvSpPr>
        <p:spPr>
          <a:xfrm>
            <a:off x="5770887" y="1078468"/>
            <a:ext cx="65713" cy="65713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45" name="Konfetti 44"/>
          <p:cNvSpPr/>
          <p:nvPr/>
        </p:nvSpPr>
        <p:spPr>
          <a:xfrm>
            <a:off x="1626246" y="636489"/>
            <a:ext cx="150901" cy="150901"/>
          </a:xfrm>
          <a:prstGeom prst="ellipse">
            <a:avLst/>
          </a:prstGeom>
          <a:solidFill>
            <a:schemeClr val="accent3"/>
          </a:solidFill>
          <a:ln/>
        </p:spPr>
      </p:sp>
      <p:sp>
        <p:nvSpPr>
          <p:cNvPr id="46" name="Konfetti 45"/>
          <p:cNvSpPr/>
          <p:nvPr/>
        </p:nvSpPr>
        <p:spPr>
          <a:xfrm>
            <a:off x="5409094" y="967940"/>
            <a:ext cx="96155" cy="96155"/>
          </a:xfrm>
          <a:prstGeom prst="ellipse">
            <a:avLst/>
          </a:prstGeom>
          <a:solidFill>
            <a:schemeClr val="accent4"/>
          </a:solidFill>
          <a:ln/>
        </p:spPr>
      </p:sp>
      <p:sp>
        <p:nvSpPr>
          <p:cNvPr id="47" name="Konfetti 46"/>
          <p:cNvSpPr/>
          <p:nvPr/>
        </p:nvSpPr>
        <p:spPr>
          <a:xfrm>
            <a:off x="2651367" y="701083"/>
            <a:ext cx="144555" cy="144555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48" name="Konfetti 47"/>
          <p:cNvSpPr/>
          <p:nvPr/>
        </p:nvSpPr>
        <p:spPr>
          <a:xfrm>
            <a:off x="1303452" y="1024280"/>
            <a:ext cx="136841" cy="136841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49" name="Text 0"/>
          <p:cNvSpPr/>
          <p:nvPr>
            <p:ph idx="100" type="title" hasCustomPrompt="1"/>
          </p:nvPr>
        </p:nvSpPr>
        <p:spPr>
          <a:xfrm>
            <a:off x="731520" y="1828800"/>
            <a:ext cx="603504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5400" b="1" dirty="0">
                <a:solidFill>
                  <a:schemeClr val="bg1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Karneval &amp; Ostern</a:t>
            </a:r>
            <a:endParaRPr lang="en-US" sz="5400" dirty="0"/>
          </a:p>
        </p:txBody>
      </p:sp>
      <p:sp>
        <p:nvSpPr>
          <p:cNvPr id="50" name="Text 0"/>
          <p:cNvSpPr/>
          <p:nvPr>
            <p:ph idx="101" type="body" hasCustomPrompt="1"/>
          </p:nvPr>
        </p:nvSpPr>
        <p:spPr>
          <a:xfrm>
            <a:off x="731520" y="4069080"/>
            <a:ext cx="6035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endParaRPr lang="en-US" sz="2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ummer 1"/>
          <p:cNvSpPr/>
          <p:nvPr/>
        </p:nvSpPr>
        <p:spPr>
          <a:xfrm>
            <a:off x="548640" y="1783080"/>
            <a:ext cx="685800" cy="68580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1783080"/>
            <a:ext cx="685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1</a:t>
            </a:r>
            <a:endParaRPr lang="en-US" sz="2200" dirty="0"/>
          </a:p>
        </p:txBody>
      </p:sp>
      <p:sp>
        <p:nvSpPr>
          <p:cNvPr id="4" name="Text 0"/>
          <p:cNvSpPr/>
          <p:nvPr>
            <p:ph idx="101" type="body" hasCustomPrompt="1"/>
          </p:nvPr>
        </p:nvSpPr>
        <p:spPr>
          <a:xfrm>
            <a:off x="1600200" y="1783080"/>
            <a:ext cx="4206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Karneval</a:t>
            </a:r>
            <a:endParaRPr lang="en-US" sz="2000" dirty="0"/>
          </a:p>
        </p:txBody>
      </p:sp>
      <p:sp>
        <p:nvSpPr>
          <p:cNvPr id="5" name="Nummer 2"/>
          <p:cNvSpPr/>
          <p:nvPr/>
        </p:nvSpPr>
        <p:spPr>
          <a:xfrm>
            <a:off x="548640" y="2880360"/>
            <a:ext cx="685800" cy="685800"/>
          </a:xfrm>
          <a:prstGeom prst="ellipse">
            <a:avLst/>
          </a:prstGeom>
          <a:solidFill>
            <a:schemeClr val="accent4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548640" y="2880360"/>
            <a:ext cx="685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2</a:t>
            </a:r>
            <a:endParaRPr lang="en-US" sz="2200" dirty="0"/>
          </a:p>
        </p:txBody>
      </p:sp>
      <p:sp>
        <p:nvSpPr>
          <p:cNvPr id="7" name="Text 0"/>
          <p:cNvSpPr/>
          <p:nvPr>
            <p:ph idx="102" type="body" hasCustomPrompt="1"/>
          </p:nvPr>
        </p:nvSpPr>
        <p:spPr>
          <a:xfrm>
            <a:off x="1600200" y="2880360"/>
            <a:ext cx="4206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Bräuche &amp; Zeitstrahl</a:t>
            </a:r>
            <a:endParaRPr lang="en-US" sz="2000" dirty="0"/>
          </a:p>
        </p:txBody>
      </p:sp>
      <p:sp>
        <p:nvSpPr>
          <p:cNvPr id="8" name="Nummer 3"/>
          <p:cNvSpPr/>
          <p:nvPr/>
        </p:nvSpPr>
        <p:spPr>
          <a:xfrm>
            <a:off x="548640" y="3977640"/>
            <a:ext cx="685800" cy="685800"/>
          </a:xfrm>
          <a:prstGeom prst="ellipse">
            <a:avLst/>
          </a:prstGeom>
          <a:solidFill>
            <a:schemeClr val="accent3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548640" y="3977640"/>
            <a:ext cx="685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3</a:t>
            </a:r>
            <a:endParaRPr lang="en-US" sz="2200" dirty="0"/>
          </a:p>
        </p:txBody>
      </p:sp>
      <p:sp>
        <p:nvSpPr>
          <p:cNvPr id="10" name="Text 0"/>
          <p:cNvSpPr/>
          <p:nvPr>
            <p:ph idx="103" type="body" hasCustomPrompt="1"/>
          </p:nvPr>
        </p:nvSpPr>
        <p:spPr>
          <a:xfrm>
            <a:off x="1600200" y="3977640"/>
            <a:ext cx="4206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Ostern</a:t>
            </a:r>
            <a:endParaRPr lang="en-US" sz="2000" dirty="0"/>
          </a:p>
        </p:txBody>
      </p:sp>
      <p:sp>
        <p:nvSpPr>
          <p:cNvPr id="11" name="Nummer 4"/>
          <p:cNvSpPr/>
          <p:nvPr/>
        </p:nvSpPr>
        <p:spPr>
          <a:xfrm>
            <a:off x="548640" y="5074920"/>
            <a:ext cx="685800" cy="685800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548640" y="5074920"/>
            <a:ext cx="685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4</a:t>
            </a:r>
            <a:endParaRPr lang="en-US" sz="2200" dirty="0"/>
          </a:p>
        </p:txBody>
      </p:sp>
      <p:sp>
        <p:nvSpPr>
          <p:cNvPr id="13" name="Text 0"/>
          <p:cNvSpPr/>
          <p:nvPr>
            <p:ph idx="104" type="body" hasCustomPrompt="1"/>
          </p:nvPr>
        </p:nvSpPr>
        <p:spPr>
          <a:xfrm>
            <a:off x="1600200" y="5074920"/>
            <a:ext cx="4206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Vergleich &amp; Fazit</a:t>
            </a:r>
            <a:endParaRPr lang="en-US" sz="2000" dirty="0"/>
          </a:p>
        </p:txBody>
      </p:sp>
      <p:sp>
        <p:nvSpPr>
          <p:cNvPr id="14" name="Bildfläche"/>
          <p:cNvSpPr/>
          <p:nvPr/>
        </p:nvSpPr>
        <p:spPr>
          <a:xfrm>
            <a:off x="6583680" y="1463040"/>
            <a:ext cx="5029200" cy="4572000"/>
          </a:xfrm>
          <a:prstGeom prst="roundRect">
            <a:avLst>
              <a:gd name="adj" fmla="val 6000"/>
            </a:avLst>
          </a:prstGeom>
          <a:solidFill>
            <a:schemeClr val="tx1"/>
          </a:solidFill>
          <a:ln/>
        </p:spPr>
      </p:sp>
      <p:sp>
        <p:nvSpPr>
          <p:cNvPr id="15" name="Osterei 48"/>
          <p:cNvSpPr/>
          <p:nvPr/>
        </p:nvSpPr>
        <p:spPr>
          <a:xfrm rot="-600000">
            <a:off x="7543800" y="2286000"/>
            <a:ext cx="1554480" cy="2020824"/>
          </a:xfrm>
          <a:prstGeom prst="ellipse">
            <a:avLst/>
          </a:prstGeom>
          <a:solidFill>
            <a:schemeClr val="accent6"/>
          </a:solidFill>
          <a:ln/>
        </p:spPr>
      </p:sp>
      <p:sp>
        <p:nvSpPr>
          <p:cNvPr id="16" name="Osterei 49"/>
          <p:cNvSpPr/>
          <p:nvPr/>
        </p:nvSpPr>
        <p:spPr>
          <a:xfrm rot="720000">
            <a:off x="9372600" y="2743200"/>
            <a:ext cx="1371600" cy="1783080"/>
          </a:xfrm>
          <a:prstGeom prst="ellipse">
            <a:avLst/>
          </a:prstGeom>
          <a:solidFill>
            <a:schemeClr val="accent5"/>
          </a:solidFill>
          <a:ln/>
        </p:spPr>
      </p:sp>
      <p:sp>
        <p:nvSpPr>
          <p:cNvPr id="17" name="Symbolkreis 50"/>
          <p:cNvSpPr/>
          <p:nvPr/>
        </p:nvSpPr>
        <p:spPr>
          <a:xfrm>
            <a:off x="8503920" y="4206240"/>
            <a:ext cx="1188720" cy="118872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8" name="Symbol 5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765438" y="4467758"/>
            <a:ext cx="665683" cy="665683"/>
          </a:xfrm>
          <a:prstGeom prst="rect">
            <a:avLst/>
          </a:prstGeom>
        </p:spPr>
      </p:pic>
      <p:sp>
        <p:nvSpPr>
          <p:cNvPr id="19" name="Konfetti 51"/>
          <p:cNvSpPr/>
          <p:nvPr/>
        </p:nvSpPr>
        <p:spPr>
          <a:xfrm>
            <a:off x="8020347" y="2714546"/>
            <a:ext cx="69785" cy="69785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20" name="Konfetti 52"/>
          <p:cNvSpPr/>
          <p:nvPr/>
        </p:nvSpPr>
        <p:spPr>
          <a:xfrm>
            <a:off x="9887622" y="3268686"/>
            <a:ext cx="94240" cy="94240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21" name="Konfetti 53"/>
          <p:cNvSpPr/>
          <p:nvPr/>
        </p:nvSpPr>
        <p:spPr>
          <a:xfrm>
            <a:off x="10994057" y="5025265"/>
            <a:ext cx="121722" cy="121722"/>
          </a:xfrm>
          <a:prstGeom prst="ellipse">
            <a:avLst/>
          </a:prstGeom>
          <a:solidFill>
            <a:schemeClr val="accent3"/>
          </a:solidFill>
          <a:ln/>
        </p:spPr>
      </p:sp>
      <p:sp>
        <p:nvSpPr>
          <p:cNvPr id="22" name="Konfetti 54"/>
          <p:cNvSpPr/>
          <p:nvPr/>
        </p:nvSpPr>
        <p:spPr>
          <a:xfrm>
            <a:off x="8857915" y="5712923"/>
            <a:ext cx="82888" cy="82888"/>
          </a:xfrm>
          <a:prstGeom prst="ellipse">
            <a:avLst/>
          </a:prstGeom>
          <a:solidFill>
            <a:schemeClr val="accent4"/>
          </a:solidFill>
          <a:ln/>
        </p:spPr>
      </p:sp>
      <p:sp>
        <p:nvSpPr>
          <p:cNvPr id="23" name="Konfetti 55"/>
          <p:cNvSpPr/>
          <p:nvPr/>
        </p:nvSpPr>
        <p:spPr>
          <a:xfrm>
            <a:off x="9566993" y="2868151"/>
            <a:ext cx="146141" cy="146141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24" name="Konfetti 56"/>
          <p:cNvSpPr/>
          <p:nvPr/>
        </p:nvSpPr>
        <p:spPr>
          <a:xfrm>
            <a:off x="10676048" y="2285493"/>
            <a:ext cx="123267" cy="123267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25" name="Konfetti 57"/>
          <p:cNvSpPr/>
          <p:nvPr/>
        </p:nvSpPr>
        <p:spPr>
          <a:xfrm>
            <a:off x="9544938" y="5509793"/>
            <a:ext cx="182668" cy="182668"/>
          </a:xfrm>
          <a:prstGeom prst="ellipse">
            <a:avLst/>
          </a:prstGeom>
          <a:solidFill>
            <a:schemeClr val="accent3"/>
          </a:solidFill>
          <a:ln/>
        </p:spPr>
      </p:sp>
      <p:sp>
        <p:nvSpPr>
          <p:cNvPr id="26" name="Konfetti 58"/>
          <p:cNvSpPr/>
          <p:nvPr/>
        </p:nvSpPr>
        <p:spPr>
          <a:xfrm>
            <a:off x="8111195" y="2407095"/>
            <a:ext cx="136130" cy="136130"/>
          </a:xfrm>
          <a:prstGeom prst="ellipse">
            <a:avLst/>
          </a:prstGeom>
          <a:solidFill>
            <a:schemeClr val="accent4"/>
          </a:solidFill>
          <a:ln/>
        </p:spPr>
      </p:sp>
      <p:sp>
        <p:nvSpPr>
          <p:cNvPr id="27" name="Konfetti 59"/>
          <p:cNvSpPr/>
          <p:nvPr/>
        </p:nvSpPr>
        <p:spPr>
          <a:xfrm>
            <a:off x="8081942" y="2451982"/>
            <a:ext cx="152054" cy="152054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28" name="Konfetti 60"/>
          <p:cNvSpPr/>
          <p:nvPr/>
        </p:nvSpPr>
        <p:spPr>
          <a:xfrm>
            <a:off x="6964913" y="3367336"/>
            <a:ext cx="161100" cy="161100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29" name="Konfetti 61"/>
          <p:cNvSpPr/>
          <p:nvPr/>
        </p:nvSpPr>
        <p:spPr>
          <a:xfrm>
            <a:off x="10942359" y="2867188"/>
            <a:ext cx="93924" cy="93924"/>
          </a:xfrm>
          <a:prstGeom prst="ellipse">
            <a:avLst/>
          </a:prstGeom>
          <a:solidFill>
            <a:schemeClr val="accent3"/>
          </a:solidFill>
          <a:ln/>
        </p:spPr>
      </p:sp>
      <p:sp>
        <p:nvSpPr>
          <p:cNvPr id="30" name="Konfetti 62"/>
          <p:cNvSpPr/>
          <p:nvPr/>
        </p:nvSpPr>
        <p:spPr>
          <a:xfrm>
            <a:off x="8683124" y="2547289"/>
            <a:ext cx="118929" cy="118929"/>
          </a:xfrm>
          <a:prstGeom prst="ellipse">
            <a:avLst/>
          </a:prstGeom>
          <a:solidFill>
            <a:schemeClr val="accent4"/>
          </a:solidFill>
          <a:ln/>
        </p:spPr>
      </p:sp>
      <p:sp>
        <p:nvSpPr>
          <p:cNvPr id="31" name="Konfetti 63"/>
          <p:cNvSpPr/>
          <p:nvPr/>
        </p:nvSpPr>
        <p:spPr>
          <a:xfrm>
            <a:off x="10755480" y="4083405"/>
            <a:ext cx="166773" cy="166773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32" name="Konfetti 64"/>
          <p:cNvSpPr/>
          <p:nvPr/>
        </p:nvSpPr>
        <p:spPr>
          <a:xfrm>
            <a:off x="10320417" y="5180773"/>
            <a:ext cx="168113" cy="168113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33" name="Konfetti 65"/>
          <p:cNvSpPr/>
          <p:nvPr/>
        </p:nvSpPr>
        <p:spPr>
          <a:xfrm>
            <a:off x="9155513" y="3527029"/>
            <a:ext cx="172481" cy="172481"/>
          </a:xfrm>
          <a:prstGeom prst="ellipse">
            <a:avLst/>
          </a:prstGeom>
          <a:solidFill>
            <a:schemeClr val="accent3"/>
          </a:solidFill>
          <a:ln/>
        </p:spPr>
      </p:sp>
      <p:sp>
        <p:nvSpPr>
          <p:cNvPr id="34" name="Konfetti 66"/>
          <p:cNvSpPr/>
          <p:nvPr/>
        </p:nvSpPr>
        <p:spPr>
          <a:xfrm>
            <a:off x="9092843" y="4762762"/>
            <a:ext cx="110533" cy="110533"/>
          </a:xfrm>
          <a:prstGeom prst="ellipse">
            <a:avLst/>
          </a:prstGeom>
          <a:solidFill>
            <a:schemeClr val="accent4"/>
          </a:solidFill>
          <a:ln/>
        </p:spPr>
      </p:sp>
      <p:sp>
        <p:nvSpPr>
          <p:cNvPr id="35" name="Konfetti 67"/>
          <p:cNvSpPr/>
          <p:nvPr/>
        </p:nvSpPr>
        <p:spPr>
          <a:xfrm>
            <a:off x="7524169" y="2504041"/>
            <a:ext cx="150672" cy="150672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36" name="Konfetti 68"/>
          <p:cNvSpPr/>
          <p:nvPr/>
        </p:nvSpPr>
        <p:spPr>
          <a:xfrm>
            <a:off x="10697058" y="2478244"/>
            <a:ext cx="104684" cy="104684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37" name="Konfetti 69"/>
          <p:cNvSpPr/>
          <p:nvPr/>
        </p:nvSpPr>
        <p:spPr>
          <a:xfrm>
            <a:off x="7285355" y="2316639"/>
            <a:ext cx="140971" cy="140971"/>
          </a:xfrm>
          <a:prstGeom prst="ellipse">
            <a:avLst/>
          </a:prstGeom>
          <a:solidFill>
            <a:schemeClr val="accent3"/>
          </a:solidFill>
          <a:ln/>
        </p:spPr>
      </p:sp>
      <p:sp>
        <p:nvSpPr>
          <p:cNvPr id="38" name="Konfetti 70"/>
          <p:cNvSpPr/>
          <p:nvPr/>
        </p:nvSpPr>
        <p:spPr>
          <a:xfrm>
            <a:off x="7889696" y="3733504"/>
            <a:ext cx="71319" cy="71319"/>
          </a:xfrm>
          <a:prstGeom prst="ellipse">
            <a:avLst/>
          </a:prstGeom>
          <a:solidFill>
            <a:schemeClr val="accent4"/>
          </a:solidFill>
          <a:ln/>
        </p:spPr>
      </p:sp>
      <p:sp>
        <p:nvSpPr>
          <p:cNvPr id="39" name="Konfetti 71"/>
          <p:cNvSpPr/>
          <p:nvPr/>
        </p:nvSpPr>
        <p:spPr>
          <a:xfrm>
            <a:off x="9951754" y="4348538"/>
            <a:ext cx="64129" cy="64129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40" name="Konfetti 72"/>
          <p:cNvSpPr/>
          <p:nvPr/>
        </p:nvSpPr>
        <p:spPr>
          <a:xfrm>
            <a:off x="10801934" y="1797239"/>
            <a:ext cx="168933" cy="168933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41" name="Text 0"/>
          <p:cNvSpPr/>
          <p:nvPr>
            <p:ph idx="100" type="title" hasCustomPrompt="1"/>
          </p:nvPr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Agenda</a:t>
            </a:r>
            <a:endParaRPr lang="en-US" sz="3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nfetti 73"/>
          <p:cNvSpPr/>
          <p:nvPr/>
        </p:nvSpPr>
        <p:spPr>
          <a:xfrm>
            <a:off x="11230510" y="2068125"/>
            <a:ext cx="281605" cy="281605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3" name="Konfetti 74"/>
          <p:cNvSpPr/>
          <p:nvPr/>
        </p:nvSpPr>
        <p:spPr>
          <a:xfrm>
            <a:off x="8613034" y="4973617"/>
            <a:ext cx="121894" cy="121894"/>
          </a:xfrm>
          <a:prstGeom prst="ellipse">
            <a:avLst/>
          </a:prstGeom>
          <a:solidFill>
            <a:schemeClr val="bg1"/>
          </a:solidFill>
          <a:ln/>
        </p:spPr>
      </p:sp>
      <p:sp>
        <p:nvSpPr>
          <p:cNvPr id="4" name="Konfetti 75"/>
          <p:cNvSpPr/>
          <p:nvPr/>
        </p:nvSpPr>
        <p:spPr>
          <a:xfrm>
            <a:off x="9009674" y="5217838"/>
            <a:ext cx="148449" cy="148449"/>
          </a:xfrm>
          <a:prstGeom prst="ellipse">
            <a:avLst/>
          </a:prstGeom>
          <a:solidFill>
            <a:schemeClr val="accent4"/>
          </a:solidFill>
          <a:ln/>
        </p:spPr>
      </p:sp>
      <p:sp>
        <p:nvSpPr>
          <p:cNvPr id="5" name="Konfetti 76"/>
          <p:cNvSpPr/>
          <p:nvPr/>
        </p:nvSpPr>
        <p:spPr>
          <a:xfrm>
            <a:off x="10165923" y="5432448"/>
            <a:ext cx="190583" cy="190583"/>
          </a:xfrm>
          <a:prstGeom prst="ellipse">
            <a:avLst/>
          </a:prstGeom>
          <a:solidFill>
            <a:schemeClr val="accent3"/>
          </a:solidFill>
          <a:ln/>
        </p:spPr>
      </p:sp>
      <p:sp>
        <p:nvSpPr>
          <p:cNvPr id="6" name="Konfetti 77"/>
          <p:cNvSpPr/>
          <p:nvPr/>
        </p:nvSpPr>
        <p:spPr>
          <a:xfrm>
            <a:off x="9671802" y="2043894"/>
            <a:ext cx="370215" cy="370215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7" name="Konfetti 78"/>
          <p:cNvSpPr/>
          <p:nvPr/>
        </p:nvSpPr>
        <p:spPr>
          <a:xfrm>
            <a:off x="9451505" y="3827658"/>
            <a:ext cx="224051" cy="224051"/>
          </a:xfrm>
          <a:prstGeom prst="ellipse">
            <a:avLst/>
          </a:prstGeom>
          <a:solidFill>
            <a:schemeClr val="bg1"/>
          </a:solidFill>
          <a:ln/>
        </p:spPr>
      </p:sp>
      <p:sp>
        <p:nvSpPr>
          <p:cNvPr id="8" name="Konfetti 79"/>
          <p:cNvSpPr/>
          <p:nvPr/>
        </p:nvSpPr>
        <p:spPr>
          <a:xfrm>
            <a:off x="10962652" y="996556"/>
            <a:ext cx="166616" cy="166616"/>
          </a:xfrm>
          <a:prstGeom prst="ellipse">
            <a:avLst/>
          </a:prstGeom>
          <a:solidFill>
            <a:schemeClr val="accent4"/>
          </a:solidFill>
          <a:ln/>
        </p:spPr>
      </p:sp>
      <p:sp>
        <p:nvSpPr>
          <p:cNvPr id="9" name="Konfetti 80"/>
          <p:cNvSpPr/>
          <p:nvPr/>
        </p:nvSpPr>
        <p:spPr>
          <a:xfrm>
            <a:off x="7832265" y="2164508"/>
            <a:ext cx="319833" cy="319833"/>
          </a:xfrm>
          <a:prstGeom prst="ellipse">
            <a:avLst/>
          </a:prstGeom>
          <a:solidFill>
            <a:schemeClr val="accent3"/>
          </a:solidFill>
          <a:ln/>
        </p:spPr>
      </p:sp>
      <p:sp>
        <p:nvSpPr>
          <p:cNvPr id="10" name="Konfetti 81"/>
          <p:cNvSpPr/>
          <p:nvPr/>
        </p:nvSpPr>
        <p:spPr>
          <a:xfrm>
            <a:off x="9837101" y="3894858"/>
            <a:ext cx="220404" cy="220404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11" name="Konfetti 82"/>
          <p:cNvSpPr/>
          <p:nvPr/>
        </p:nvSpPr>
        <p:spPr>
          <a:xfrm>
            <a:off x="10565036" y="2512067"/>
            <a:ext cx="282858" cy="282858"/>
          </a:xfrm>
          <a:prstGeom prst="ellipse">
            <a:avLst/>
          </a:prstGeom>
          <a:solidFill>
            <a:schemeClr val="bg1"/>
          </a:solidFill>
          <a:ln/>
        </p:spPr>
      </p:sp>
      <p:sp>
        <p:nvSpPr>
          <p:cNvPr id="12" name="Konfetti 83"/>
          <p:cNvSpPr/>
          <p:nvPr/>
        </p:nvSpPr>
        <p:spPr>
          <a:xfrm>
            <a:off x="7828182" y="646906"/>
            <a:ext cx="336507" cy="336507"/>
          </a:xfrm>
          <a:prstGeom prst="ellipse">
            <a:avLst/>
          </a:prstGeom>
          <a:solidFill>
            <a:schemeClr val="accent4"/>
          </a:solidFill>
          <a:ln/>
        </p:spPr>
      </p:sp>
      <p:sp>
        <p:nvSpPr>
          <p:cNvPr id="13" name="Konfetti 84"/>
          <p:cNvSpPr/>
          <p:nvPr/>
        </p:nvSpPr>
        <p:spPr>
          <a:xfrm>
            <a:off x="11142938" y="789421"/>
            <a:ext cx="210662" cy="210662"/>
          </a:xfrm>
          <a:prstGeom prst="ellipse">
            <a:avLst/>
          </a:prstGeom>
          <a:solidFill>
            <a:schemeClr val="accent3"/>
          </a:solidFill>
          <a:ln/>
        </p:spPr>
      </p:sp>
      <p:sp>
        <p:nvSpPr>
          <p:cNvPr id="14" name="Konfetti 85"/>
          <p:cNvSpPr/>
          <p:nvPr/>
        </p:nvSpPr>
        <p:spPr>
          <a:xfrm>
            <a:off x="10156550" y="5390718"/>
            <a:ext cx="319852" cy="319852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15" name="Konfetti 86"/>
          <p:cNvSpPr/>
          <p:nvPr/>
        </p:nvSpPr>
        <p:spPr>
          <a:xfrm>
            <a:off x="10750439" y="5089985"/>
            <a:ext cx="200780" cy="200780"/>
          </a:xfrm>
          <a:prstGeom prst="ellipse">
            <a:avLst/>
          </a:prstGeom>
          <a:solidFill>
            <a:schemeClr val="bg1"/>
          </a:solidFill>
          <a:ln/>
        </p:spPr>
      </p:sp>
      <p:sp>
        <p:nvSpPr>
          <p:cNvPr id="16" name="Konfetti 87"/>
          <p:cNvSpPr/>
          <p:nvPr/>
        </p:nvSpPr>
        <p:spPr>
          <a:xfrm>
            <a:off x="10324010" y="2107764"/>
            <a:ext cx="267976" cy="267976"/>
          </a:xfrm>
          <a:prstGeom prst="ellipse">
            <a:avLst/>
          </a:prstGeom>
          <a:solidFill>
            <a:schemeClr val="accent4"/>
          </a:solidFill>
          <a:ln/>
        </p:spPr>
      </p:sp>
      <p:sp>
        <p:nvSpPr>
          <p:cNvPr id="17" name="Konfetti 88"/>
          <p:cNvSpPr/>
          <p:nvPr/>
        </p:nvSpPr>
        <p:spPr>
          <a:xfrm>
            <a:off x="10642158" y="5138347"/>
            <a:ext cx="350750" cy="350750"/>
          </a:xfrm>
          <a:prstGeom prst="ellipse">
            <a:avLst/>
          </a:prstGeom>
          <a:solidFill>
            <a:schemeClr val="accent3"/>
          </a:solidFill>
          <a:ln/>
        </p:spPr>
      </p:sp>
      <p:sp>
        <p:nvSpPr>
          <p:cNvPr id="18" name="Konfetti 89"/>
          <p:cNvSpPr/>
          <p:nvPr/>
        </p:nvSpPr>
        <p:spPr>
          <a:xfrm>
            <a:off x="9541845" y="4758181"/>
            <a:ext cx="278414" cy="278414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19" name="Konfetti 90"/>
          <p:cNvSpPr/>
          <p:nvPr/>
        </p:nvSpPr>
        <p:spPr>
          <a:xfrm>
            <a:off x="8507617" y="3352788"/>
            <a:ext cx="172889" cy="172889"/>
          </a:xfrm>
          <a:prstGeom prst="ellipse">
            <a:avLst/>
          </a:prstGeom>
          <a:solidFill>
            <a:schemeClr val="bg1"/>
          </a:solidFill>
          <a:ln/>
        </p:spPr>
      </p:sp>
      <p:sp>
        <p:nvSpPr>
          <p:cNvPr id="20" name="Konfetti 91"/>
          <p:cNvSpPr/>
          <p:nvPr/>
        </p:nvSpPr>
        <p:spPr>
          <a:xfrm>
            <a:off x="9213011" y="3397376"/>
            <a:ext cx="156095" cy="156095"/>
          </a:xfrm>
          <a:prstGeom prst="ellipse">
            <a:avLst/>
          </a:prstGeom>
          <a:solidFill>
            <a:schemeClr val="accent4"/>
          </a:solidFill>
          <a:ln/>
        </p:spPr>
      </p:sp>
      <p:sp>
        <p:nvSpPr>
          <p:cNvPr id="21" name="Konfetti 92"/>
          <p:cNvSpPr/>
          <p:nvPr/>
        </p:nvSpPr>
        <p:spPr>
          <a:xfrm>
            <a:off x="9263513" y="1333745"/>
            <a:ext cx="349952" cy="349952"/>
          </a:xfrm>
          <a:prstGeom prst="ellipse">
            <a:avLst/>
          </a:prstGeom>
          <a:solidFill>
            <a:schemeClr val="accent3"/>
          </a:solidFill>
          <a:ln/>
        </p:spPr>
      </p:sp>
      <p:sp>
        <p:nvSpPr>
          <p:cNvPr id="22" name="Konfetti 93"/>
          <p:cNvSpPr/>
          <p:nvPr/>
        </p:nvSpPr>
        <p:spPr>
          <a:xfrm>
            <a:off x="10491817" y="5865351"/>
            <a:ext cx="291163" cy="291163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23" name="Konfetti 94"/>
          <p:cNvSpPr/>
          <p:nvPr/>
        </p:nvSpPr>
        <p:spPr>
          <a:xfrm>
            <a:off x="10626666" y="1379004"/>
            <a:ext cx="101649" cy="101649"/>
          </a:xfrm>
          <a:prstGeom prst="ellipse">
            <a:avLst/>
          </a:prstGeom>
          <a:solidFill>
            <a:schemeClr val="bg1"/>
          </a:solidFill>
          <a:ln/>
        </p:spPr>
      </p:sp>
      <p:sp>
        <p:nvSpPr>
          <p:cNvPr id="24" name="Konfetti 95"/>
          <p:cNvSpPr/>
          <p:nvPr/>
        </p:nvSpPr>
        <p:spPr>
          <a:xfrm>
            <a:off x="10994118" y="2360452"/>
            <a:ext cx="195937" cy="195937"/>
          </a:xfrm>
          <a:prstGeom prst="ellipse">
            <a:avLst/>
          </a:prstGeom>
          <a:solidFill>
            <a:schemeClr val="accent4"/>
          </a:solidFill>
          <a:ln/>
        </p:spPr>
      </p:sp>
      <p:sp>
        <p:nvSpPr>
          <p:cNvPr id="25" name="Konfetti 96"/>
          <p:cNvSpPr/>
          <p:nvPr/>
        </p:nvSpPr>
        <p:spPr>
          <a:xfrm>
            <a:off x="9565406" y="5453527"/>
            <a:ext cx="110733" cy="110733"/>
          </a:xfrm>
          <a:prstGeom prst="ellipse">
            <a:avLst/>
          </a:prstGeom>
          <a:solidFill>
            <a:schemeClr val="accent3"/>
          </a:solidFill>
          <a:ln/>
        </p:spPr>
      </p:sp>
      <p:sp>
        <p:nvSpPr>
          <p:cNvPr id="26" name="Konfetti 97"/>
          <p:cNvSpPr/>
          <p:nvPr/>
        </p:nvSpPr>
        <p:spPr>
          <a:xfrm>
            <a:off x="7823866" y="743278"/>
            <a:ext cx="260563" cy="260563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27" name="Konfetti 98"/>
          <p:cNvSpPr/>
          <p:nvPr/>
        </p:nvSpPr>
        <p:spPr>
          <a:xfrm>
            <a:off x="11588803" y="3239097"/>
            <a:ext cx="182131" cy="182131"/>
          </a:xfrm>
          <a:prstGeom prst="ellipse">
            <a:avLst/>
          </a:prstGeom>
          <a:solidFill>
            <a:schemeClr val="bg1"/>
          </a:solidFill>
          <a:ln/>
        </p:spPr>
      </p:sp>
      <p:sp>
        <p:nvSpPr>
          <p:cNvPr id="28" name="Konfetti 99"/>
          <p:cNvSpPr/>
          <p:nvPr/>
        </p:nvSpPr>
        <p:spPr>
          <a:xfrm>
            <a:off x="10349744" y="3110825"/>
            <a:ext cx="289966" cy="289966"/>
          </a:xfrm>
          <a:prstGeom prst="ellipse">
            <a:avLst/>
          </a:prstGeom>
          <a:solidFill>
            <a:schemeClr val="accent4"/>
          </a:solidFill>
          <a:ln/>
        </p:spPr>
      </p:sp>
      <p:sp>
        <p:nvSpPr>
          <p:cNvPr id="29" name="Konfetti 100"/>
          <p:cNvSpPr/>
          <p:nvPr/>
        </p:nvSpPr>
        <p:spPr>
          <a:xfrm>
            <a:off x="10066636" y="3097996"/>
            <a:ext cx="120772" cy="120772"/>
          </a:xfrm>
          <a:prstGeom prst="ellipse">
            <a:avLst/>
          </a:prstGeom>
          <a:solidFill>
            <a:schemeClr val="accent3"/>
          </a:solidFill>
          <a:ln/>
        </p:spPr>
      </p:sp>
      <p:sp>
        <p:nvSpPr>
          <p:cNvPr id="30" name="Konfetti 101"/>
          <p:cNvSpPr/>
          <p:nvPr/>
        </p:nvSpPr>
        <p:spPr>
          <a:xfrm>
            <a:off x="8045135" y="5346436"/>
            <a:ext cx="381685" cy="381685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31" name="Konfetti 102"/>
          <p:cNvSpPr/>
          <p:nvPr/>
        </p:nvSpPr>
        <p:spPr>
          <a:xfrm>
            <a:off x="10138937" y="790166"/>
            <a:ext cx="316800" cy="316800"/>
          </a:xfrm>
          <a:prstGeom prst="ellipse">
            <a:avLst/>
          </a:prstGeom>
          <a:solidFill>
            <a:schemeClr val="bg1"/>
          </a:solidFill>
          <a:ln/>
        </p:spPr>
      </p:sp>
      <p:sp>
        <p:nvSpPr>
          <p:cNvPr id="32" name="Konfetti 103"/>
          <p:cNvSpPr/>
          <p:nvPr/>
        </p:nvSpPr>
        <p:spPr>
          <a:xfrm>
            <a:off x="10042190" y="3641751"/>
            <a:ext cx="340646" cy="340646"/>
          </a:xfrm>
          <a:prstGeom prst="ellipse">
            <a:avLst/>
          </a:prstGeom>
          <a:solidFill>
            <a:schemeClr val="accent4"/>
          </a:solidFill>
          <a:ln/>
        </p:spPr>
      </p:sp>
      <p:sp>
        <p:nvSpPr>
          <p:cNvPr id="33" name="Konfetti 104"/>
          <p:cNvSpPr/>
          <p:nvPr/>
        </p:nvSpPr>
        <p:spPr>
          <a:xfrm>
            <a:off x="9440741" y="4533065"/>
            <a:ext cx="282535" cy="282535"/>
          </a:xfrm>
          <a:prstGeom prst="ellipse">
            <a:avLst/>
          </a:prstGeom>
          <a:solidFill>
            <a:schemeClr val="accent3"/>
          </a:solidFill>
          <a:ln/>
        </p:spPr>
      </p:sp>
      <p:sp>
        <p:nvSpPr>
          <p:cNvPr id="34" name="Konfetti 105"/>
          <p:cNvSpPr/>
          <p:nvPr/>
        </p:nvSpPr>
        <p:spPr>
          <a:xfrm>
            <a:off x="9894823" y="5896758"/>
            <a:ext cx="264386" cy="264386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35" name="Konfetti 106"/>
          <p:cNvSpPr/>
          <p:nvPr/>
        </p:nvSpPr>
        <p:spPr>
          <a:xfrm>
            <a:off x="9181806" y="4308101"/>
            <a:ext cx="115512" cy="115512"/>
          </a:xfrm>
          <a:prstGeom prst="ellipse">
            <a:avLst/>
          </a:prstGeom>
          <a:solidFill>
            <a:schemeClr val="bg1"/>
          </a:solidFill>
          <a:ln/>
        </p:spPr>
      </p:sp>
      <p:sp>
        <p:nvSpPr>
          <p:cNvPr id="36" name="Konfetti 107"/>
          <p:cNvSpPr/>
          <p:nvPr/>
        </p:nvSpPr>
        <p:spPr>
          <a:xfrm>
            <a:off x="8792325" y="2011792"/>
            <a:ext cx="250440" cy="250440"/>
          </a:xfrm>
          <a:prstGeom prst="ellipse">
            <a:avLst/>
          </a:prstGeom>
          <a:solidFill>
            <a:schemeClr val="accent4"/>
          </a:solidFill>
          <a:ln/>
        </p:spPr>
      </p:sp>
      <p:sp>
        <p:nvSpPr>
          <p:cNvPr id="37" name="Konfetti 108"/>
          <p:cNvSpPr/>
          <p:nvPr/>
        </p:nvSpPr>
        <p:spPr>
          <a:xfrm>
            <a:off x="10563081" y="1820259"/>
            <a:ext cx="205875" cy="205875"/>
          </a:xfrm>
          <a:prstGeom prst="ellipse">
            <a:avLst/>
          </a:prstGeom>
          <a:solidFill>
            <a:schemeClr val="accent3"/>
          </a:solidFill>
          <a:ln/>
        </p:spPr>
      </p:sp>
      <p:sp>
        <p:nvSpPr>
          <p:cNvPr id="38" name="Konfetti 109"/>
          <p:cNvSpPr/>
          <p:nvPr/>
        </p:nvSpPr>
        <p:spPr>
          <a:xfrm>
            <a:off x="8099880" y="6278249"/>
            <a:ext cx="103737" cy="103737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39" name="Konfetti 110"/>
          <p:cNvSpPr/>
          <p:nvPr/>
        </p:nvSpPr>
        <p:spPr>
          <a:xfrm>
            <a:off x="10922860" y="5309062"/>
            <a:ext cx="358554" cy="358554"/>
          </a:xfrm>
          <a:prstGeom prst="ellipse">
            <a:avLst/>
          </a:prstGeom>
          <a:solidFill>
            <a:schemeClr val="bg1"/>
          </a:solidFill>
          <a:ln/>
        </p:spPr>
      </p:sp>
      <p:sp>
        <p:nvSpPr>
          <p:cNvPr id="40" name="Konfetti 111"/>
          <p:cNvSpPr/>
          <p:nvPr/>
        </p:nvSpPr>
        <p:spPr>
          <a:xfrm>
            <a:off x="9111892" y="2137185"/>
            <a:ext cx="214421" cy="214421"/>
          </a:xfrm>
          <a:prstGeom prst="ellipse">
            <a:avLst/>
          </a:prstGeom>
          <a:solidFill>
            <a:schemeClr val="accent4"/>
          </a:solidFill>
          <a:ln/>
        </p:spPr>
      </p:sp>
      <p:sp>
        <p:nvSpPr>
          <p:cNvPr id="41" name="Konfetti 112"/>
          <p:cNvSpPr/>
          <p:nvPr/>
        </p:nvSpPr>
        <p:spPr>
          <a:xfrm>
            <a:off x="7935521" y="4799035"/>
            <a:ext cx="378475" cy="378475"/>
          </a:xfrm>
          <a:prstGeom prst="ellipse">
            <a:avLst/>
          </a:prstGeom>
          <a:solidFill>
            <a:schemeClr val="accent3"/>
          </a:solidFill>
          <a:ln/>
        </p:spPr>
      </p:sp>
      <p:sp>
        <p:nvSpPr>
          <p:cNvPr id="42" name="Konfetti 113"/>
          <p:cNvSpPr/>
          <p:nvPr/>
        </p:nvSpPr>
        <p:spPr>
          <a:xfrm>
            <a:off x="9257025" y="4217607"/>
            <a:ext cx="94812" cy="94812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43" name="Konfetti 114"/>
          <p:cNvSpPr/>
          <p:nvPr/>
        </p:nvSpPr>
        <p:spPr>
          <a:xfrm>
            <a:off x="10469620" y="2279144"/>
            <a:ext cx="363175" cy="363175"/>
          </a:xfrm>
          <a:prstGeom prst="ellipse">
            <a:avLst/>
          </a:prstGeom>
          <a:solidFill>
            <a:schemeClr val="bg1"/>
          </a:solidFill>
          <a:ln/>
        </p:spPr>
      </p:sp>
      <p:sp>
        <p:nvSpPr>
          <p:cNvPr id="44" name="Konfetti 115"/>
          <p:cNvSpPr/>
          <p:nvPr/>
        </p:nvSpPr>
        <p:spPr>
          <a:xfrm>
            <a:off x="9757513" y="2049327"/>
            <a:ext cx="135053" cy="135053"/>
          </a:xfrm>
          <a:prstGeom prst="ellipse">
            <a:avLst/>
          </a:prstGeom>
          <a:solidFill>
            <a:schemeClr val="accent4"/>
          </a:solidFill>
          <a:ln/>
        </p:spPr>
      </p:sp>
      <p:sp>
        <p:nvSpPr>
          <p:cNvPr id="45" name="Konfetti 116"/>
          <p:cNvSpPr/>
          <p:nvPr/>
        </p:nvSpPr>
        <p:spPr>
          <a:xfrm>
            <a:off x="8307684" y="5860272"/>
            <a:ext cx="117581" cy="117581"/>
          </a:xfrm>
          <a:prstGeom prst="ellipse">
            <a:avLst/>
          </a:prstGeom>
          <a:solidFill>
            <a:schemeClr val="accent3"/>
          </a:solidFill>
          <a:ln/>
        </p:spPr>
      </p:sp>
      <p:sp>
        <p:nvSpPr>
          <p:cNvPr id="46" name="Konfetti 117"/>
          <p:cNvSpPr/>
          <p:nvPr/>
        </p:nvSpPr>
        <p:spPr>
          <a:xfrm>
            <a:off x="7973599" y="3962617"/>
            <a:ext cx="140073" cy="140073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47" name="Konfetti 118"/>
          <p:cNvSpPr/>
          <p:nvPr/>
        </p:nvSpPr>
        <p:spPr>
          <a:xfrm>
            <a:off x="10331389" y="5009734"/>
            <a:ext cx="324446" cy="324446"/>
          </a:xfrm>
          <a:prstGeom prst="ellipse">
            <a:avLst/>
          </a:prstGeom>
          <a:solidFill>
            <a:schemeClr val="bg1"/>
          </a:solidFill>
          <a:ln/>
        </p:spPr>
      </p:sp>
      <p:sp>
        <p:nvSpPr>
          <p:cNvPr id="48" name="Maskenkreis"/>
          <p:cNvSpPr/>
          <p:nvPr/>
        </p:nvSpPr>
        <p:spPr>
          <a:xfrm>
            <a:off x="8412480" y="1874520"/>
            <a:ext cx="2743200" cy="2743200"/>
          </a:xfrm>
          <a:prstGeom prst="ellipse">
            <a:avLst/>
          </a:prstGeom>
          <a:solidFill>
            <a:schemeClr val="tx1"/>
          </a:solidFill>
          <a:ln/>
        </p:spPr>
      </p:sp>
      <p:pic>
        <p:nvPicPr>
          <p:cNvPr id="49" name="Maske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915400" y="2377440"/>
            <a:ext cx="1737360" cy="1737360"/>
          </a:xfrm>
          <a:prstGeom prst="rect">
            <a:avLst/>
          </a:prstGeom>
        </p:spPr>
      </p:pic>
      <p:sp>
        <p:nvSpPr>
          <p:cNvPr id="50" name="Text 47"/>
          <p:cNvSpPr txBox="1"/>
          <p:nvPr/>
        </p:nvSpPr>
        <p:spPr>
          <a:xfrm>
            <a:off x="731520" y="1280160"/>
            <a:ext cx="1828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chemeClr val="accent2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01</a:t>
            </a:r>
            <a:endParaRPr lang="en-US" sz="4000" dirty="0"/>
          </a:p>
        </p:txBody>
      </p:sp>
      <p:sp>
        <p:nvSpPr>
          <p:cNvPr id="51" name="Text 0"/>
          <p:cNvSpPr/>
          <p:nvPr>
            <p:ph idx="100" type="title" hasCustomPrompt="1"/>
          </p:nvPr>
        </p:nvSpPr>
        <p:spPr>
          <a:xfrm>
            <a:off x="731520" y="2377440"/>
            <a:ext cx="67665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6000" b="1" dirty="0">
                <a:solidFill>
                  <a:schemeClr val="bg1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Karneval</a:t>
            </a:r>
            <a:endParaRPr lang="en-US" sz="6000" dirty="0"/>
          </a:p>
        </p:txBody>
      </p:sp>
      <p:sp>
        <p:nvSpPr>
          <p:cNvPr id="52" name="Text 0"/>
          <p:cNvSpPr/>
          <p:nvPr>
            <p:ph idx="101" type="body" hasCustomPrompt="1"/>
          </p:nvPr>
        </p:nvSpPr>
        <p:spPr>
          <a:xfrm>
            <a:off x="731520" y="3840480"/>
            <a:ext cx="64008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endParaRPr lang="en-US" sz="2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nfetti 119"/>
          <p:cNvSpPr/>
          <p:nvPr/>
        </p:nvSpPr>
        <p:spPr>
          <a:xfrm>
            <a:off x="11895623" y="2374050"/>
            <a:ext cx="122234" cy="122234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3" name="Konfetti 120"/>
          <p:cNvSpPr/>
          <p:nvPr/>
        </p:nvSpPr>
        <p:spPr>
          <a:xfrm>
            <a:off x="11717635" y="1492126"/>
            <a:ext cx="117545" cy="117545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4" name="Konfetti 121"/>
          <p:cNvSpPr/>
          <p:nvPr/>
        </p:nvSpPr>
        <p:spPr>
          <a:xfrm>
            <a:off x="11855135" y="5516812"/>
            <a:ext cx="158322" cy="158322"/>
          </a:xfrm>
          <a:prstGeom prst="ellipse">
            <a:avLst/>
          </a:prstGeom>
          <a:solidFill>
            <a:schemeClr val="accent3"/>
          </a:solidFill>
          <a:ln/>
        </p:spPr>
      </p:sp>
      <p:sp>
        <p:nvSpPr>
          <p:cNvPr id="5" name="Konfetti 122"/>
          <p:cNvSpPr/>
          <p:nvPr/>
        </p:nvSpPr>
        <p:spPr>
          <a:xfrm>
            <a:off x="11752316" y="2093399"/>
            <a:ext cx="180557" cy="180557"/>
          </a:xfrm>
          <a:prstGeom prst="ellipse">
            <a:avLst/>
          </a:prstGeom>
          <a:solidFill>
            <a:schemeClr val="accent4"/>
          </a:solidFill>
          <a:ln/>
        </p:spPr>
      </p:sp>
      <p:sp>
        <p:nvSpPr>
          <p:cNvPr id="6" name="Konfetti 123"/>
          <p:cNvSpPr/>
          <p:nvPr/>
        </p:nvSpPr>
        <p:spPr>
          <a:xfrm>
            <a:off x="11938340" y="2792528"/>
            <a:ext cx="120242" cy="120242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7" name="Konfetti 124"/>
          <p:cNvSpPr/>
          <p:nvPr/>
        </p:nvSpPr>
        <p:spPr>
          <a:xfrm>
            <a:off x="11772541" y="4800575"/>
            <a:ext cx="132825" cy="132825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8" name="Konfetti 125"/>
          <p:cNvSpPr/>
          <p:nvPr/>
        </p:nvSpPr>
        <p:spPr>
          <a:xfrm>
            <a:off x="11811288" y="5315332"/>
            <a:ext cx="154297" cy="154297"/>
          </a:xfrm>
          <a:prstGeom prst="ellipse">
            <a:avLst/>
          </a:prstGeom>
          <a:solidFill>
            <a:schemeClr val="accent3"/>
          </a:solidFill>
          <a:ln/>
        </p:spPr>
      </p:sp>
      <p:sp>
        <p:nvSpPr>
          <p:cNvPr id="9" name="Konfetti 126"/>
          <p:cNvSpPr/>
          <p:nvPr/>
        </p:nvSpPr>
        <p:spPr>
          <a:xfrm>
            <a:off x="11864256" y="1583856"/>
            <a:ext cx="120652" cy="120652"/>
          </a:xfrm>
          <a:prstGeom prst="ellipse">
            <a:avLst/>
          </a:prstGeom>
          <a:solidFill>
            <a:schemeClr val="accent4"/>
          </a:solidFill>
          <a:ln/>
        </p:spPr>
      </p:sp>
      <p:sp>
        <p:nvSpPr>
          <p:cNvPr id="10" name="Konfetti 127"/>
          <p:cNvSpPr/>
          <p:nvPr/>
        </p:nvSpPr>
        <p:spPr>
          <a:xfrm>
            <a:off x="11669052" y="5206927"/>
            <a:ext cx="77609" cy="77609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1" name="Bildhintergrund"/>
          <p:cNvSpPr/>
          <p:nvPr/>
        </p:nvSpPr>
        <p:spPr>
          <a:xfrm>
            <a:off x="6720840" y="1600200"/>
            <a:ext cx="4892040" cy="4480560"/>
          </a:xfrm>
          <a:prstGeom prst="roundRect">
            <a:avLst>
              <a:gd name="adj" fmla="val 5102"/>
            </a:avLst>
          </a:prstGeom>
          <a:solidFill>
            <a:schemeClr val="bg2"/>
          </a:solidFill>
          <a:ln/>
        </p:spPr>
      </p:sp>
      <p:pic>
        <p:nvPicPr>
          <p:cNvPr id="12" name="Bildhinweis" descr="preencoded.png">    </p:cNvPr>
          <p:cNvPicPr>
            <a:picLocks noChangeAspect="1"/>
          </p:cNvPicPr>
          <p:nvPr/>
        </p:nvPicPr>
        <p:blipFill>
          <a:blip r:embed="rId1">
            <a:alphaModFix amt="40000"/>
          </a:blip>
          <a:stretch>
            <a:fillRect/>
          </a:stretch>
        </p:blipFill>
        <p:spPr>
          <a:xfrm>
            <a:off x="8801100" y="3474720"/>
            <a:ext cx="731520" cy="731520"/>
          </a:xfrm>
          <a:prstGeom prst="rect">
            <a:avLst/>
          </a:prstGeom>
        </p:spPr>
      </p:pic>
      <p:sp>
        <p:nvSpPr>
          <p:cNvPr id="13" name="Text 0"/>
          <p:cNvSpPr/>
          <p:nvPr>
            <p:ph idx="100" type="title" hasCustomPrompt="1"/>
          </p:nvPr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Woher kommt der Karneval?</a:t>
            </a:r>
            <a:endParaRPr lang="en-US" sz="3600" dirty="0"/>
          </a:p>
        </p:txBody>
      </p:sp>
      <p:sp>
        <p:nvSpPr>
          <p:cNvPr id="14" name="Text 0"/>
          <p:cNvSpPr/>
          <p:nvPr>
            <p:ph idx="101" type="body" hasCustomPrompt="1"/>
          </p:nvPr>
        </p:nvSpPr>
        <p:spPr>
          <a:xfrm>
            <a:off x="548640" y="1600200"/>
            <a:ext cx="5486400" cy="4480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endParaRPr lang="en-US" sz="1600" dirty="0"/>
          </a:p>
        </p:txBody>
      </p:sp>
      <p:sp>
        <p:nvSpPr>
          <p:cNvPr id="15" name="Text 0"/>
          <p:cNvSpPr/>
          <p:nvPr>
            <p:ph idx="102" hasCustomPrompt="1"/>
          </p:nvPr>
        </p:nvSpPr>
        <p:spPr>
          <a:xfrm>
            <a:off x="6720840" y="1600200"/>
            <a:ext cx="4892040" cy="4480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arte 1"/>
          <p:cNvSpPr/>
          <p:nvPr/>
        </p:nvSpPr>
        <p:spPr>
          <a:xfrm>
            <a:off x="548640" y="1645920"/>
            <a:ext cx="3474720" cy="4389120"/>
          </a:xfrm>
          <a:prstGeom prst="roundRect">
            <a:avLst>
              <a:gd name="adj" fmla="val 5263"/>
            </a:avLst>
          </a:prstGeom>
          <a:solidFill>
            <a:schemeClr val="bg1"/>
          </a:solidFill>
          <a:ln/>
          <a:effectLst>
            <a:outerShdw sx="100000" sy="100000" kx="0" ky="0" algn="bl" rotWithShape="0" blurRad="152400" dist="38100" dir="5400000">
              <a:srgbClr val="2A1640">
                <a:alpha val="12000"/>
              </a:srgbClr>
            </a:outerShdw>
          </a:effectLst>
        </p:spPr>
      </p:sp>
      <p:sp>
        <p:nvSpPr>
          <p:cNvPr id="3" name="Symbolkreis 128"/>
          <p:cNvSpPr/>
          <p:nvPr/>
        </p:nvSpPr>
        <p:spPr>
          <a:xfrm>
            <a:off x="914400" y="2011680"/>
            <a:ext cx="1005840" cy="100584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4" name="Symbol 128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35685" y="2232965"/>
            <a:ext cx="563270" cy="563270"/>
          </a:xfrm>
          <a:prstGeom prst="rect">
            <a:avLst/>
          </a:prstGeom>
        </p:spPr>
      </p:pic>
      <p:sp>
        <p:nvSpPr>
          <p:cNvPr id="5" name="Karte 2"/>
          <p:cNvSpPr/>
          <p:nvPr/>
        </p:nvSpPr>
        <p:spPr>
          <a:xfrm>
            <a:off x="4343400" y="1645920"/>
            <a:ext cx="3474720" cy="4389120"/>
          </a:xfrm>
          <a:prstGeom prst="roundRect">
            <a:avLst>
              <a:gd name="adj" fmla="val 5263"/>
            </a:avLst>
          </a:prstGeom>
          <a:solidFill>
            <a:schemeClr val="bg1"/>
          </a:solidFill>
          <a:ln/>
          <a:effectLst>
            <a:outerShdw sx="100000" sy="100000" kx="0" ky="0" algn="bl" rotWithShape="0" blurRad="152400" dist="38100" dir="5400000">
              <a:srgbClr val="2A1640">
                <a:alpha val="12000"/>
              </a:srgbClr>
            </a:outerShdw>
          </a:effectLst>
        </p:spPr>
      </p:sp>
      <p:sp>
        <p:nvSpPr>
          <p:cNvPr id="6" name="Symbolkreis 129"/>
          <p:cNvSpPr/>
          <p:nvPr/>
        </p:nvSpPr>
        <p:spPr>
          <a:xfrm>
            <a:off x="4709160" y="2011680"/>
            <a:ext cx="1005840" cy="1005840"/>
          </a:xfrm>
          <a:prstGeom prst="ellipse">
            <a:avLst/>
          </a:prstGeom>
          <a:solidFill>
            <a:schemeClr val="accent4"/>
          </a:solidFill>
          <a:ln/>
        </p:spPr>
      </p:sp>
      <p:pic>
        <p:nvPicPr>
          <p:cNvPr id="7" name="Symbol 129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30445" y="2232965"/>
            <a:ext cx="563270" cy="563270"/>
          </a:xfrm>
          <a:prstGeom prst="rect">
            <a:avLst/>
          </a:prstGeom>
        </p:spPr>
      </p:pic>
      <p:sp>
        <p:nvSpPr>
          <p:cNvPr id="8" name="Karte 3"/>
          <p:cNvSpPr/>
          <p:nvPr/>
        </p:nvSpPr>
        <p:spPr>
          <a:xfrm>
            <a:off x="8138160" y="1645920"/>
            <a:ext cx="3474720" cy="4389120"/>
          </a:xfrm>
          <a:prstGeom prst="roundRect">
            <a:avLst>
              <a:gd name="adj" fmla="val 5263"/>
            </a:avLst>
          </a:prstGeom>
          <a:solidFill>
            <a:schemeClr val="bg1"/>
          </a:solidFill>
          <a:ln/>
          <a:effectLst>
            <a:outerShdw sx="100000" sy="100000" kx="0" ky="0" algn="bl" rotWithShape="0" blurRad="152400" dist="38100" dir="5400000">
              <a:srgbClr val="2A1640">
                <a:alpha val="12000"/>
              </a:srgbClr>
            </a:outerShdw>
          </a:effectLst>
        </p:spPr>
      </p:sp>
      <p:sp>
        <p:nvSpPr>
          <p:cNvPr id="9" name="Symbolkreis 130"/>
          <p:cNvSpPr/>
          <p:nvPr/>
        </p:nvSpPr>
        <p:spPr>
          <a:xfrm>
            <a:off x="8503920" y="2011680"/>
            <a:ext cx="1005840" cy="1005840"/>
          </a:xfrm>
          <a:prstGeom prst="ellipse">
            <a:avLst/>
          </a:prstGeom>
          <a:solidFill>
            <a:schemeClr val="accent2"/>
          </a:solidFill>
          <a:ln/>
        </p:spPr>
      </p:sp>
      <p:pic>
        <p:nvPicPr>
          <p:cNvPr id="10" name="Symbol 130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25205" y="2232965"/>
            <a:ext cx="563270" cy="563270"/>
          </a:xfrm>
          <a:prstGeom prst="rect">
            <a:avLst/>
          </a:prstGeom>
        </p:spPr>
      </p:pic>
      <p:sp>
        <p:nvSpPr>
          <p:cNvPr id="11" name="Text 0"/>
          <p:cNvSpPr/>
          <p:nvPr>
            <p:ph idx="100" type="title" hasCustomPrompt="1"/>
          </p:nvPr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Typische Bräuche</a:t>
            </a:r>
            <a:endParaRPr lang="en-US" sz="3600" dirty="0"/>
          </a:p>
        </p:txBody>
      </p:sp>
      <p:sp>
        <p:nvSpPr>
          <p:cNvPr id="12" name="Text 0"/>
          <p:cNvSpPr/>
          <p:nvPr>
            <p:ph idx="101" type="body" hasCustomPrompt="1"/>
          </p:nvPr>
        </p:nvSpPr>
        <p:spPr>
          <a:xfrm>
            <a:off x="914400" y="3246120"/>
            <a:ext cx="274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Kostüme</a:t>
            </a:r>
            <a:endParaRPr lang="en-US" sz="2000" dirty="0"/>
          </a:p>
        </p:txBody>
      </p:sp>
      <p:sp>
        <p:nvSpPr>
          <p:cNvPr id="13" name="Text 0"/>
          <p:cNvSpPr/>
          <p:nvPr>
            <p:ph idx="102" type="body" hasCustomPrompt="1"/>
          </p:nvPr>
        </p:nvSpPr>
        <p:spPr>
          <a:xfrm>
            <a:off x="914400" y="3886200"/>
            <a:ext cx="274320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endParaRPr lang="en-US" sz="1500" dirty="0"/>
          </a:p>
        </p:txBody>
      </p:sp>
      <p:sp>
        <p:nvSpPr>
          <p:cNvPr id="14" name="Text 0"/>
          <p:cNvSpPr/>
          <p:nvPr>
            <p:ph idx="103" type="body" hasCustomPrompt="1"/>
          </p:nvPr>
        </p:nvSpPr>
        <p:spPr>
          <a:xfrm>
            <a:off x="4709160" y="3246120"/>
            <a:ext cx="274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Musik &amp; Umzüge</a:t>
            </a:r>
            <a:endParaRPr lang="en-US" sz="2000" dirty="0"/>
          </a:p>
        </p:txBody>
      </p:sp>
      <p:sp>
        <p:nvSpPr>
          <p:cNvPr id="15" name="Text 0"/>
          <p:cNvSpPr/>
          <p:nvPr>
            <p:ph idx="104" type="body" hasCustomPrompt="1"/>
          </p:nvPr>
        </p:nvSpPr>
        <p:spPr>
          <a:xfrm>
            <a:off x="4709160" y="3886200"/>
            <a:ext cx="274320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endParaRPr lang="en-US" sz="1500" dirty="0"/>
          </a:p>
        </p:txBody>
      </p:sp>
      <p:sp>
        <p:nvSpPr>
          <p:cNvPr id="16" name="Text 0"/>
          <p:cNvSpPr/>
          <p:nvPr>
            <p:ph idx="105" type="body" hasCustomPrompt="1"/>
          </p:nvPr>
        </p:nvSpPr>
        <p:spPr>
          <a:xfrm>
            <a:off x="8503920" y="3246120"/>
            <a:ext cx="274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Kamelle</a:t>
            </a:r>
            <a:endParaRPr lang="en-US" sz="2000" dirty="0"/>
          </a:p>
        </p:txBody>
      </p:sp>
      <p:sp>
        <p:nvSpPr>
          <p:cNvPr id="17" name="Text 0"/>
          <p:cNvSpPr/>
          <p:nvPr>
            <p:ph idx="106" type="body" hasCustomPrompt="1"/>
          </p:nvPr>
        </p:nvSpPr>
        <p:spPr>
          <a:xfrm>
            <a:off x="8503920" y="3886200"/>
            <a:ext cx="274320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Zeitlinie"/>
          <p:cNvSpPr/>
          <p:nvPr/>
        </p:nvSpPr>
        <p:spPr>
          <a:xfrm>
            <a:off x="1931670" y="2377440"/>
            <a:ext cx="8298180" cy="0"/>
          </a:xfrm>
          <a:prstGeom prst="line">
            <a:avLst/>
          </a:prstGeom>
          <a:noFill/>
          <a:ln w="25400">
            <a:solidFill>
              <a:schemeClr val="tx2"/>
            </a:solidFill>
            <a:prstDash val="dash"/>
          </a:ln>
        </p:spPr>
      </p:sp>
      <p:sp>
        <p:nvSpPr>
          <p:cNvPr id="3" name="Symbolkreis 131"/>
          <p:cNvSpPr/>
          <p:nvPr/>
        </p:nvSpPr>
        <p:spPr>
          <a:xfrm>
            <a:off x="1474470" y="1920240"/>
            <a:ext cx="914400" cy="91440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4" name="Symbol 131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675638" y="2121408"/>
            <a:ext cx="512064" cy="512064"/>
          </a:xfrm>
          <a:prstGeom prst="rect">
            <a:avLst/>
          </a:prstGeom>
        </p:spPr>
      </p:pic>
      <p:sp>
        <p:nvSpPr>
          <p:cNvPr id="5" name="Station 1"/>
          <p:cNvSpPr txBox="1"/>
          <p:nvPr/>
        </p:nvSpPr>
        <p:spPr>
          <a:xfrm>
            <a:off x="640080" y="2971800"/>
            <a:ext cx="25831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tx1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11.11.</a:t>
            </a:r>
            <a:endParaRPr lang="en-US" sz="1800" dirty="0"/>
          </a:p>
          <a:p>
            <a:pPr algn="ctr"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um 11:11 Uhr</a:t>
            </a:r>
            <a:endParaRPr lang="en-US" sz="1800" dirty="0"/>
          </a:p>
        </p:txBody>
      </p:sp>
      <p:sp>
        <p:nvSpPr>
          <p:cNvPr id="6" name="Text 0"/>
          <p:cNvSpPr/>
          <p:nvPr>
            <p:ph idx="101" type="body" hasCustomPrompt="1"/>
          </p:nvPr>
        </p:nvSpPr>
        <p:spPr>
          <a:xfrm>
            <a:off x="685800" y="3977640"/>
            <a:ext cx="249174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endParaRPr lang="en-US" sz="1400" dirty="0"/>
          </a:p>
        </p:txBody>
      </p:sp>
      <p:sp>
        <p:nvSpPr>
          <p:cNvPr id="7" name="Symbolkreis 132"/>
          <p:cNvSpPr/>
          <p:nvPr/>
        </p:nvSpPr>
        <p:spPr>
          <a:xfrm>
            <a:off x="4240530" y="1920240"/>
            <a:ext cx="914400" cy="914400"/>
          </a:xfrm>
          <a:prstGeom prst="ellipse">
            <a:avLst/>
          </a:prstGeom>
          <a:solidFill>
            <a:schemeClr val="accent2"/>
          </a:solidFill>
          <a:ln/>
        </p:spPr>
      </p:sp>
      <p:pic>
        <p:nvPicPr>
          <p:cNvPr id="8" name="Symbol 132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41698" y="2121408"/>
            <a:ext cx="512064" cy="512064"/>
          </a:xfrm>
          <a:prstGeom prst="rect">
            <a:avLst/>
          </a:prstGeom>
        </p:spPr>
      </p:pic>
      <p:sp>
        <p:nvSpPr>
          <p:cNvPr id="9" name="Station 2"/>
          <p:cNvSpPr txBox="1"/>
          <p:nvPr/>
        </p:nvSpPr>
        <p:spPr>
          <a:xfrm>
            <a:off x="3406140" y="2971800"/>
            <a:ext cx="25831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tx1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Weiberfastnacht</a:t>
            </a:r>
            <a:endParaRPr lang="en-US" sz="1800" dirty="0"/>
          </a:p>
          <a:p>
            <a:pPr algn="ctr"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Donnerstag</a:t>
            </a:r>
            <a:endParaRPr lang="en-US" sz="1800" dirty="0"/>
          </a:p>
        </p:txBody>
      </p:sp>
      <p:sp>
        <p:nvSpPr>
          <p:cNvPr id="10" name="Text 0"/>
          <p:cNvSpPr/>
          <p:nvPr>
            <p:ph idx="102" type="body" hasCustomPrompt="1"/>
          </p:nvPr>
        </p:nvSpPr>
        <p:spPr>
          <a:xfrm>
            <a:off x="3451860" y="3977640"/>
            <a:ext cx="249174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endParaRPr lang="en-US" sz="1400" dirty="0"/>
          </a:p>
        </p:txBody>
      </p:sp>
      <p:sp>
        <p:nvSpPr>
          <p:cNvPr id="11" name="Symbolkreis 133"/>
          <p:cNvSpPr/>
          <p:nvPr/>
        </p:nvSpPr>
        <p:spPr>
          <a:xfrm>
            <a:off x="7006590" y="1920240"/>
            <a:ext cx="914400" cy="914400"/>
          </a:xfrm>
          <a:prstGeom prst="ellipse">
            <a:avLst/>
          </a:prstGeom>
          <a:solidFill>
            <a:schemeClr val="accent3"/>
          </a:solidFill>
          <a:ln/>
        </p:spPr>
      </p:sp>
      <p:pic>
        <p:nvPicPr>
          <p:cNvPr id="12" name="Symbol 133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07758" y="2121408"/>
            <a:ext cx="512064" cy="512064"/>
          </a:xfrm>
          <a:prstGeom prst="rect">
            <a:avLst/>
          </a:prstGeom>
        </p:spPr>
      </p:pic>
      <p:sp>
        <p:nvSpPr>
          <p:cNvPr id="13" name="Station 3"/>
          <p:cNvSpPr txBox="1"/>
          <p:nvPr/>
        </p:nvSpPr>
        <p:spPr>
          <a:xfrm>
            <a:off x="6172200" y="2971800"/>
            <a:ext cx="25831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tx1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Rosenmontag</a:t>
            </a:r>
            <a:endParaRPr lang="en-US" sz="1800" dirty="0"/>
          </a:p>
          <a:p>
            <a:pPr algn="ctr"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großer Umzug</a:t>
            </a:r>
            <a:endParaRPr lang="en-US" sz="1800" dirty="0"/>
          </a:p>
        </p:txBody>
      </p:sp>
      <p:sp>
        <p:nvSpPr>
          <p:cNvPr id="14" name="Text 0"/>
          <p:cNvSpPr/>
          <p:nvPr>
            <p:ph idx="103" type="body" hasCustomPrompt="1"/>
          </p:nvPr>
        </p:nvSpPr>
        <p:spPr>
          <a:xfrm>
            <a:off x="6217920" y="3977640"/>
            <a:ext cx="249174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endParaRPr lang="en-US" sz="1400" dirty="0"/>
          </a:p>
        </p:txBody>
      </p:sp>
      <p:sp>
        <p:nvSpPr>
          <p:cNvPr id="15" name="Symbolkreis 134"/>
          <p:cNvSpPr/>
          <p:nvPr/>
        </p:nvSpPr>
        <p:spPr>
          <a:xfrm>
            <a:off x="9772650" y="1920240"/>
            <a:ext cx="914400" cy="914400"/>
          </a:xfrm>
          <a:prstGeom prst="ellipse">
            <a:avLst/>
          </a:prstGeom>
          <a:solidFill>
            <a:schemeClr val="accent4"/>
          </a:solidFill>
          <a:ln/>
        </p:spPr>
      </p:sp>
      <p:pic>
        <p:nvPicPr>
          <p:cNvPr id="16" name="Symbol 134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973818" y="2121408"/>
            <a:ext cx="512064" cy="512064"/>
          </a:xfrm>
          <a:prstGeom prst="rect">
            <a:avLst/>
          </a:prstGeom>
        </p:spPr>
      </p:pic>
      <p:sp>
        <p:nvSpPr>
          <p:cNvPr id="17" name="Station 4"/>
          <p:cNvSpPr txBox="1"/>
          <p:nvPr/>
        </p:nvSpPr>
        <p:spPr>
          <a:xfrm>
            <a:off x="8938260" y="2971800"/>
            <a:ext cx="25831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tx1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Aschermittwoch</a:t>
            </a:r>
            <a:endParaRPr lang="en-US" sz="1800" dirty="0"/>
          </a:p>
          <a:p>
            <a:pPr algn="ctr"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Ende der Session</a:t>
            </a:r>
            <a:endParaRPr lang="en-US" sz="1800" dirty="0"/>
          </a:p>
        </p:txBody>
      </p:sp>
      <p:sp>
        <p:nvSpPr>
          <p:cNvPr id="18" name="Text 0"/>
          <p:cNvSpPr/>
          <p:nvPr>
            <p:ph idx="104" type="body" hasCustomPrompt="1"/>
          </p:nvPr>
        </p:nvSpPr>
        <p:spPr>
          <a:xfrm>
            <a:off x="8983980" y="3977640"/>
            <a:ext cx="249174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endParaRPr lang="en-US" sz="1400" dirty="0"/>
          </a:p>
        </p:txBody>
      </p:sp>
      <p:sp>
        <p:nvSpPr>
          <p:cNvPr id="19" name="Text 0"/>
          <p:cNvSpPr/>
          <p:nvPr>
            <p:ph idx="100" type="title" hasCustomPrompt="1"/>
          </p:nvPr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Die fünfte Jahreszeit</a:t>
            </a:r>
            <a:endParaRPr lang="en-US" sz="3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aktenkarte 1"/>
          <p:cNvSpPr/>
          <p:nvPr/>
        </p:nvSpPr>
        <p:spPr>
          <a:xfrm>
            <a:off x="548640" y="1737360"/>
            <a:ext cx="3474720" cy="3566160"/>
          </a:xfrm>
          <a:prstGeom prst="roundRect">
            <a:avLst>
              <a:gd name="adj" fmla="val 6579"/>
            </a:avLst>
          </a:prstGeom>
          <a:solidFill>
            <a:schemeClr val="tx2"/>
          </a:solidFill>
          <a:ln/>
        </p:spPr>
      </p:sp>
      <p:sp>
        <p:nvSpPr>
          <p:cNvPr id="3" name="Faktenkarte 2"/>
          <p:cNvSpPr/>
          <p:nvPr/>
        </p:nvSpPr>
        <p:spPr>
          <a:xfrm>
            <a:off x="4343400" y="1737360"/>
            <a:ext cx="3474720" cy="3566160"/>
          </a:xfrm>
          <a:prstGeom prst="roundRect">
            <a:avLst>
              <a:gd name="adj" fmla="val 6579"/>
            </a:avLst>
          </a:prstGeom>
          <a:solidFill>
            <a:schemeClr val="tx2"/>
          </a:solidFill>
          <a:ln/>
        </p:spPr>
      </p:sp>
      <p:sp>
        <p:nvSpPr>
          <p:cNvPr id="4" name="Faktenkarte 3"/>
          <p:cNvSpPr/>
          <p:nvPr/>
        </p:nvSpPr>
        <p:spPr>
          <a:xfrm>
            <a:off x="8138160" y="1737360"/>
            <a:ext cx="3474720" cy="3566160"/>
          </a:xfrm>
          <a:prstGeom prst="roundRect">
            <a:avLst>
              <a:gd name="adj" fmla="val 6579"/>
            </a:avLst>
          </a:prstGeom>
          <a:solidFill>
            <a:schemeClr val="tx2"/>
          </a:solidFill>
          <a:ln/>
        </p:spPr>
      </p:sp>
      <p:sp>
        <p:nvSpPr>
          <p:cNvPr id="5" name="Konfetti 135"/>
          <p:cNvSpPr/>
          <p:nvPr/>
        </p:nvSpPr>
        <p:spPr>
          <a:xfrm>
            <a:off x="11249029" y="5594899"/>
            <a:ext cx="164575" cy="164575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6" name="Konfetti 136"/>
          <p:cNvSpPr/>
          <p:nvPr/>
        </p:nvSpPr>
        <p:spPr>
          <a:xfrm>
            <a:off x="7280665" y="5807512"/>
            <a:ext cx="129961" cy="129961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7" name="Konfetti 137"/>
          <p:cNvSpPr/>
          <p:nvPr/>
        </p:nvSpPr>
        <p:spPr>
          <a:xfrm>
            <a:off x="2656672" y="5961016"/>
            <a:ext cx="71957" cy="71957"/>
          </a:xfrm>
          <a:prstGeom prst="ellipse">
            <a:avLst/>
          </a:prstGeom>
          <a:solidFill>
            <a:schemeClr val="accent3"/>
          </a:solidFill>
          <a:ln/>
        </p:spPr>
      </p:sp>
      <p:sp>
        <p:nvSpPr>
          <p:cNvPr id="8" name="Konfetti 138"/>
          <p:cNvSpPr/>
          <p:nvPr/>
        </p:nvSpPr>
        <p:spPr>
          <a:xfrm>
            <a:off x="1929937" y="5651396"/>
            <a:ext cx="158966" cy="158966"/>
          </a:xfrm>
          <a:prstGeom prst="ellipse">
            <a:avLst/>
          </a:prstGeom>
          <a:solidFill>
            <a:schemeClr val="accent4"/>
          </a:solidFill>
          <a:ln/>
        </p:spPr>
      </p:sp>
      <p:sp>
        <p:nvSpPr>
          <p:cNvPr id="9" name="Konfetti 139"/>
          <p:cNvSpPr/>
          <p:nvPr/>
        </p:nvSpPr>
        <p:spPr>
          <a:xfrm>
            <a:off x="9739354" y="5668497"/>
            <a:ext cx="83903" cy="83903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0" name="Konfetti 140"/>
          <p:cNvSpPr/>
          <p:nvPr/>
        </p:nvSpPr>
        <p:spPr>
          <a:xfrm>
            <a:off x="8631497" y="5647584"/>
            <a:ext cx="134039" cy="134039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11" name="Konfetti 141"/>
          <p:cNvSpPr/>
          <p:nvPr/>
        </p:nvSpPr>
        <p:spPr>
          <a:xfrm>
            <a:off x="3292900" y="5821902"/>
            <a:ext cx="121163" cy="121163"/>
          </a:xfrm>
          <a:prstGeom prst="ellipse">
            <a:avLst/>
          </a:prstGeom>
          <a:solidFill>
            <a:schemeClr val="accent3"/>
          </a:solidFill>
          <a:ln/>
        </p:spPr>
      </p:sp>
      <p:sp>
        <p:nvSpPr>
          <p:cNvPr id="12" name="Konfetti 142"/>
          <p:cNvSpPr/>
          <p:nvPr/>
        </p:nvSpPr>
        <p:spPr>
          <a:xfrm>
            <a:off x="9187259" y="5944341"/>
            <a:ext cx="94804" cy="94804"/>
          </a:xfrm>
          <a:prstGeom prst="ellipse">
            <a:avLst/>
          </a:prstGeom>
          <a:solidFill>
            <a:schemeClr val="accent4"/>
          </a:solidFill>
          <a:ln/>
        </p:spPr>
      </p:sp>
      <p:sp>
        <p:nvSpPr>
          <p:cNvPr id="13" name="Konfetti 143"/>
          <p:cNvSpPr/>
          <p:nvPr/>
        </p:nvSpPr>
        <p:spPr>
          <a:xfrm>
            <a:off x="8948060" y="5703740"/>
            <a:ext cx="104491" cy="104491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4" name="Konfetti 144"/>
          <p:cNvSpPr/>
          <p:nvPr/>
        </p:nvSpPr>
        <p:spPr>
          <a:xfrm>
            <a:off x="7183194" y="5779495"/>
            <a:ext cx="80883" cy="80883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15" name="Konfetti 145"/>
          <p:cNvSpPr/>
          <p:nvPr/>
        </p:nvSpPr>
        <p:spPr>
          <a:xfrm>
            <a:off x="8431030" y="5889571"/>
            <a:ext cx="73510" cy="73510"/>
          </a:xfrm>
          <a:prstGeom prst="ellipse">
            <a:avLst/>
          </a:prstGeom>
          <a:solidFill>
            <a:schemeClr val="accent3"/>
          </a:solidFill>
          <a:ln/>
        </p:spPr>
      </p:sp>
      <p:sp>
        <p:nvSpPr>
          <p:cNvPr id="16" name="Konfetti 146"/>
          <p:cNvSpPr/>
          <p:nvPr/>
        </p:nvSpPr>
        <p:spPr>
          <a:xfrm>
            <a:off x="6260187" y="5729436"/>
            <a:ext cx="131902" cy="131902"/>
          </a:xfrm>
          <a:prstGeom prst="ellipse">
            <a:avLst/>
          </a:prstGeom>
          <a:solidFill>
            <a:schemeClr val="accent4"/>
          </a:solidFill>
          <a:ln/>
        </p:spPr>
      </p:sp>
      <p:sp>
        <p:nvSpPr>
          <p:cNvPr id="17" name="Konfetti 147"/>
          <p:cNvSpPr/>
          <p:nvPr/>
        </p:nvSpPr>
        <p:spPr>
          <a:xfrm>
            <a:off x="5348580" y="5584519"/>
            <a:ext cx="67845" cy="67845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8" name="Konfetti 148"/>
          <p:cNvSpPr/>
          <p:nvPr/>
        </p:nvSpPr>
        <p:spPr>
          <a:xfrm>
            <a:off x="10093430" y="5560816"/>
            <a:ext cx="168613" cy="168613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19" name="Konfetti 149"/>
          <p:cNvSpPr/>
          <p:nvPr/>
        </p:nvSpPr>
        <p:spPr>
          <a:xfrm>
            <a:off x="3366796" y="5865004"/>
            <a:ext cx="127119" cy="127119"/>
          </a:xfrm>
          <a:prstGeom prst="ellipse">
            <a:avLst/>
          </a:prstGeom>
          <a:solidFill>
            <a:schemeClr val="accent3"/>
          </a:solidFill>
          <a:ln/>
        </p:spPr>
      </p:sp>
      <p:sp>
        <p:nvSpPr>
          <p:cNvPr id="20" name="Konfetti 150"/>
          <p:cNvSpPr/>
          <p:nvPr/>
        </p:nvSpPr>
        <p:spPr>
          <a:xfrm>
            <a:off x="11480456" y="5824075"/>
            <a:ext cx="111766" cy="111766"/>
          </a:xfrm>
          <a:prstGeom prst="ellipse">
            <a:avLst/>
          </a:prstGeom>
          <a:solidFill>
            <a:schemeClr val="accent4"/>
          </a:solidFill>
          <a:ln/>
        </p:spPr>
      </p:sp>
      <p:sp>
        <p:nvSpPr>
          <p:cNvPr id="21" name="Konfetti 151"/>
          <p:cNvSpPr/>
          <p:nvPr/>
        </p:nvSpPr>
        <p:spPr>
          <a:xfrm>
            <a:off x="6147445" y="5580268"/>
            <a:ext cx="172084" cy="172084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22" name="Konfetti 152"/>
          <p:cNvSpPr/>
          <p:nvPr/>
        </p:nvSpPr>
        <p:spPr>
          <a:xfrm>
            <a:off x="2978942" y="5783012"/>
            <a:ext cx="119859" cy="119859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23" name="Konfetti 153"/>
          <p:cNvSpPr/>
          <p:nvPr/>
        </p:nvSpPr>
        <p:spPr>
          <a:xfrm>
            <a:off x="6444534" y="5726305"/>
            <a:ext cx="123493" cy="123493"/>
          </a:xfrm>
          <a:prstGeom prst="ellipse">
            <a:avLst/>
          </a:prstGeom>
          <a:solidFill>
            <a:schemeClr val="accent3"/>
          </a:solidFill>
          <a:ln/>
        </p:spPr>
      </p:sp>
      <p:sp>
        <p:nvSpPr>
          <p:cNvPr id="24" name="Konfetti 154"/>
          <p:cNvSpPr/>
          <p:nvPr/>
        </p:nvSpPr>
        <p:spPr>
          <a:xfrm>
            <a:off x="10198196" y="5601451"/>
            <a:ext cx="113643" cy="113643"/>
          </a:xfrm>
          <a:prstGeom prst="ellipse">
            <a:avLst/>
          </a:prstGeom>
          <a:solidFill>
            <a:schemeClr val="accent4"/>
          </a:solidFill>
          <a:ln/>
        </p:spPr>
      </p:sp>
      <p:sp>
        <p:nvSpPr>
          <p:cNvPr id="25" name="Konfetti 155"/>
          <p:cNvSpPr/>
          <p:nvPr/>
        </p:nvSpPr>
        <p:spPr>
          <a:xfrm>
            <a:off x="7820100" y="5576967"/>
            <a:ext cx="139841" cy="139841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26" name="Konfetti 156"/>
          <p:cNvSpPr/>
          <p:nvPr/>
        </p:nvSpPr>
        <p:spPr>
          <a:xfrm>
            <a:off x="3924714" y="5833387"/>
            <a:ext cx="132743" cy="132743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27" name="Konfetti 157"/>
          <p:cNvSpPr/>
          <p:nvPr/>
        </p:nvSpPr>
        <p:spPr>
          <a:xfrm>
            <a:off x="3033748" y="5702988"/>
            <a:ext cx="141880" cy="141880"/>
          </a:xfrm>
          <a:prstGeom prst="ellipse">
            <a:avLst/>
          </a:prstGeom>
          <a:solidFill>
            <a:schemeClr val="accent3"/>
          </a:solidFill>
          <a:ln/>
        </p:spPr>
      </p:sp>
      <p:sp>
        <p:nvSpPr>
          <p:cNvPr id="28" name="Konfetti 158"/>
          <p:cNvSpPr/>
          <p:nvPr/>
        </p:nvSpPr>
        <p:spPr>
          <a:xfrm>
            <a:off x="9742155" y="5808619"/>
            <a:ext cx="97910" cy="97910"/>
          </a:xfrm>
          <a:prstGeom prst="ellipse">
            <a:avLst/>
          </a:prstGeom>
          <a:solidFill>
            <a:schemeClr val="accent4"/>
          </a:solidFill>
          <a:ln/>
        </p:spPr>
      </p:sp>
      <p:sp>
        <p:nvSpPr>
          <p:cNvPr id="29" name="Konfetti 159"/>
          <p:cNvSpPr/>
          <p:nvPr/>
        </p:nvSpPr>
        <p:spPr>
          <a:xfrm>
            <a:off x="6627528" y="5805738"/>
            <a:ext cx="169235" cy="169235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30" name="Konfetti 160"/>
          <p:cNvSpPr/>
          <p:nvPr/>
        </p:nvSpPr>
        <p:spPr>
          <a:xfrm>
            <a:off x="9298897" y="5593051"/>
            <a:ext cx="167640" cy="167640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31" name="Text 0"/>
          <p:cNvSpPr/>
          <p:nvPr>
            <p:ph idx="100" type="title" hasCustomPrompt="1"/>
          </p:nvPr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bg1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Karneval in Zahlen</a:t>
            </a:r>
            <a:endParaRPr lang="en-US" sz="3600" dirty="0"/>
          </a:p>
        </p:txBody>
      </p:sp>
      <p:sp>
        <p:nvSpPr>
          <p:cNvPr id="32" name="Text 0"/>
          <p:cNvSpPr/>
          <p:nvPr>
            <p:ph idx="101" type="body" hasCustomPrompt="1"/>
          </p:nvPr>
        </p:nvSpPr>
        <p:spPr>
          <a:xfrm>
            <a:off x="548640" y="2331720"/>
            <a:ext cx="34747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6600" dirty="0"/>
          </a:p>
        </p:txBody>
      </p:sp>
      <p:sp>
        <p:nvSpPr>
          <p:cNvPr id="33" name="Text 0"/>
          <p:cNvSpPr/>
          <p:nvPr>
            <p:ph idx="102" type="body" hasCustomPrompt="1"/>
          </p:nvPr>
        </p:nvSpPr>
        <p:spPr>
          <a:xfrm>
            <a:off x="822960" y="3703320"/>
            <a:ext cx="29260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endParaRPr lang="en-US" sz="1600" dirty="0"/>
          </a:p>
        </p:txBody>
      </p:sp>
      <p:sp>
        <p:nvSpPr>
          <p:cNvPr id="34" name="Text 0"/>
          <p:cNvSpPr/>
          <p:nvPr>
            <p:ph idx="103" type="body" hasCustomPrompt="1"/>
          </p:nvPr>
        </p:nvSpPr>
        <p:spPr>
          <a:xfrm>
            <a:off x="4343400" y="2331720"/>
            <a:ext cx="34747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6600" dirty="0"/>
          </a:p>
        </p:txBody>
      </p:sp>
      <p:sp>
        <p:nvSpPr>
          <p:cNvPr id="35" name="Text 0"/>
          <p:cNvSpPr/>
          <p:nvPr>
            <p:ph idx="104" type="body" hasCustomPrompt="1"/>
          </p:nvPr>
        </p:nvSpPr>
        <p:spPr>
          <a:xfrm>
            <a:off x="4617720" y="3703320"/>
            <a:ext cx="29260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endParaRPr lang="en-US" sz="1600" dirty="0"/>
          </a:p>
        </p:txBody>
      </p:sp>
      <p:sp>
        <p:nvSpPr>
          <p:cNvPr id="36" name="Text 0"/>
          <p:cNvSpPr/>
          <p:nvPr>
            <p:ph idx="105" type="body" hasCustomPrompt="1"/>
          </p:nvPr>
        </p:nvSpPr>
        <p:spPr>
          <a:xfrm>
            <a:off x="8138160" y="2331720"/>
            <a:ext cx="34747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6600" dirty="0"/>
          </a:p>
        </p:txBody>
      </p:sp>
      <p:sp>
        <p:nvSpPr>
          <p:cNvPr id="37" name="Text 0"/>
          <p:cNvSpPr/>
          <p:nvPr>
            <p:ph idx="106" type="body" hasCustomPrompt="1"/>
          </p:nvPr>
        </p:nvSpPr>
        <p:spPr>
          <a:xfrm>
            <a:off x="8412480" y="3703320"/>
            <a:ext cx="29260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sterei 161"/>
          <p:cNvSpPr/>
          <p:nvPr/>
        </p:nvSpPr>
        <p:spPr>
          <a:xfrm rot="-840000">
            <a:off x="822960" y="914400"/>
            <a:ext cx="2377440" cy="3090672"/>
          </a:xfrm>
          <a:prstGeom prst="ellipse">
            <a:avLst/>
          </a:prstGeom>
          <a:solidFill>
            <a:schemeClr val="accent6"/>
          </a:solidFill>
          <a:ln/>
        </p:spPr>
      </p:sp>
      <p:sp>
        <p:nvSpPr>
          <p:cNvPr id="3" name="Osterei 162"/>
          <p:cNvSpPr/>
          <p:nvPr/>
        </p:nvSpPr>
        <p:spPr>
          <a:xfrm rot="720000">
            <a:off x="2377440" y="3017520"/>
            <a:ext cx="1828800" cy="2377440"/>
          </a:xfrm>
          <a:prstGeom prst="ellipse">
            <a:avLst/>
          </a:prstGeom>
          <a:solidFill>
            <a:schemeClr val="bg1"/>
          </a:solidFill>
          <a:ln/>
        </p:spPr>
      </p:sp>
      <p:sp>
        <p:nvSpPr>
          <p:cNvPr id="4" name="Osterei 163"/>
          <p:cNvSpPr/>
          <p:nvPr/>
        </p:nvSpPr>
        <p:spPr>
          <a:xfrm rot="360000">
            <a:off x="548640" y="4297680"/>
            <a:ext cx="1371600" cy="1783080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5" name="Hasenkreis"/>
          <p:cNvSpPr/>
          <p:nvPr/>
        </p:nvSpPr>
        <p:spPr>
          <a:xfrm>
            <a:off x="2834640" y="914400"/>
            <a:ext cx="1188720" cy="1188720"/>
          </a:xfrm>
          <a:prstGeom prst="ellipse">
            <a:avLst/>
          </a:prstGeom>
          <a:solidFill>
            <a:schemeClr val="tx1"/>
          </a:solidFill>
          <a:ln/>
        </p:spPr>
      </p:sp>
      <p:pic>
        <p:nvPicPr>
          <p:cNvPr id="6" name="Hase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063240" y="1143000"/>
            <a:ext cx="731520" cy="731520"/>
          </a:xfrm>
          <a:prstGeom prst="rect">
            <a:avLst/>
          </a:prstGeom>
        </p:spPr>
      </p:pic>
      <p:sp>
        <p:nvSpPr>
          <p:cNvPr id="7" name="Konfetti 164"/>
          <p:cNvSpPr/>
          <p:nvPr/>
        </p:nvSpPr>
        <p:spPr>
          <a:xfrm>
            <a:off x="1671729" y="1011681"/>
            <a:ext cx="100005" cy="100005"/>
          </a:xfrm>
          <a:prstGeom prst="ellipse">
            <a:avLst/>
          </a:prstGeom>
          <a:solidFill>
            <a:schemeClr val="bg1"/>
          </a:solidFill>
          <a:ln/>
        </p:spPr>
      </p:sp>
      <p:sp>
        <p:nvSpPr>
          <p:cNvPr id="8" name="Konfetti 165"/>
          <p:cNvSpPr/>
          <p:nvPr/>
        </p:nvSpPr>
        <p:spPr>
          <a:xfrm>
            <a:off x="661360" y="2063600"/>
            <a:ext cx="150518" cy="150518"/>
          </a:xfrm>
          <a:prstGeom prst="ellipse">
            <a:avLst/>
          </a:prstGeom>
          <a:solidFill>
            <a:schemeClr val="accent6"/>
          </a:solidFill>
          <a:ln/>
        </p:spPr>
      </p:sp>
      <p:sp>
        <p:nvSpPr>
          <p:cNvPr id="9" name="Konfetti 166"/>
          <p:cNvSpPr/>
          <p:nvPr/>
        </p:nvSpPr>
        <p:spPr>
          <a:xfrm>
            <a:off x="3471866" y="6051150"/>
            <a:ext cx="112386" cy="112386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10" name="Konfetti 167"/>
          <p:cNvSpPr/>
          <p:nvPr/>
        </p:nvSpPr>
        <p:spPr>
          <a:xfrm>
            <a:off x="4014890" y="3114548"/>
            <a:ext cx="141055" cy="141055"/>
          </a:xfrm>
          <a:prstGeom prst="ellipse">
            <a:avLst/>
          </a:prstGeom>
          <a:solidFill>
            <a:schemeClr val="bg1"/>
          </a:solidFill>
          <a:ln/>
        </p:spPr>
      </p:sp>
      <p:sp>
        <p:nvSpPr>
          <p:cNvPr id="11" name="Konfetti 168"/>
          <p:cNvSpPr/>
          <p:nvPr/>
        </p:nvSpPr>
        <p:spPr>
          <a:xfrm>
            <a:off x="3910971" y="2065968"/>
            <a:ext cx="172519" cy="172519"/>
          </a:xfrm>
          <a:prstGeom prst="ellipse">
            <a:avLst/>
          </a:prstGeom>
          <a:solidFill>
            <a:schemeClr val="accent6"/>
          </a:solidFill>
          <a:ln/>
        </p:spPr>
      </p:sp>
      <p:sp>
        <p:nvSpPr>
          <p:cNvPr id="12" name="Konfetti 169"/>
          <p:cNvSpPr/>
          <p:nvPr/>
        </p:nvSpPr>
        <p:spPr>
          <a:xfrm>
            <a:off x="1014178" y="5474923"/>
            <a:ext cx="142768" cy="142768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13" name="Konfetti 170"/>
          <p:cNvSpPr/>
          <p:nvPr/>
        </p:nvSpPr>
        <p:spPr>
          <a:xfrm>
            <a:off x="609535" y="3574837"/>
            <a:ext cx="97524" cy="97524"/>
          </a:xfrm>
          <a:prstGeom prst="ellipse">
            <a:avLst/>
          </a:prstGeom>
          <a:solidFill>
            <a:schemeClr val="bg1"/>
          </a:solidFill>
          <a:ln/>
        </p:spPr>
      </p:sp>
      <p:sp>
        <p:nvSpPr>
          <p:cNvPr id="14" name="Konfetti 171"/>
          <p:cNvSpPr/>
          <p:nvPr/>
        </p:nvSpPr>
        <p:spPr>
          <a:xfrm>
            <a:off x="508364" y="5084838"/>
            <a:ext cx="82505" cy="82505"/>
          </a:xfrm>
          <a:prstGeom prst="ellipse">
            <a:avLst/>
          </a:prstGeom>
          <a:solidFill>
            <a:schemeClr val="accent6"/>
          </a:solidFill>
          <a:ln/>
        </p:spPr>
      </p:sp>
      <p:sp>
        <p:nvSpPr>
          <p:cNvPr id="15" name="Konfetti 172"/>
          <p:cNvSpPr/>
          <p:nvPr/>
        </p:nvSpPr>
        <p:spPr>
          <a:xfrm>
            <a:off x="2291071" y="6339543"/>
            <a:ext cx="143433" cy="143433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16" name="Konfetti 173"/>
          <p:cNvSpPr/>
          <p:nvPr/>
        </p:nvSpPr>
        <p:spPr>
          <a:xfrm>
            <a:off x="3784502" y="3880409"/>
            <a:ext cx="106570" cy="106570"/>
          </a:xfrm>
          <a:prstGeom prst="ellipse">
            <a:avLst/>
          </a:prstGeom>
          <a:solidFill>
            <a:schemeClr val="bg1"/>
          </a:solidFill>
          <a:ln/>
        </p:spPr>
      </p:sp>
      <p:sp>
        <p:nvSpPr>
          <p:cNvPr id="17" name="Konfetti 174"/>
          <p:cNvSpPr/>
          <p:nvPr/>
        </p:nvSpPr>
        <p:spPr>
          <a:xfrm>
            <a:off x="2687422" y="6346921"/>
            <a:ext cx="127366" cy="127366"/>
          </a:xfrm>
          <a:prstGeom prst="ellipse">
            <a:avLst/>
          </a:prstGeom>
          <a:solidFill>
            <a:schemeClr val="accent6"/>
          </a:solidFill>
          <a:ln/>
        </p:spPr>
      </p:sp>
      <p:sp>
        <p:nvSpPr>
          <p:cNvPr id="18" name="Konfetti 175"/>
          <p:cNvSpPr/>
          <p:nvPr/>
        </p:nvSpPr>
        <p:spPr>
          <a:xfrm>
            <a:off x="647906" y="3994281"/>
            <a:ext cx="141811" cy="141811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19" name="Konfetti 176"/>
          <p:cNvSpPr/>
          <p:nvPr/>
        </p:nvSpPr>
        <p:spPr>
          <a:xfrm>
            <a:off x="3069532" y="5630050"/>
            <a:ext cx="85899" cy="85899"/>
          </a:xfrm>
          <a:prstGeom prst="ellipse">
            <a:avLst/>
          </a:prstGeom>
          <a:solidFill>
            <a:schemeClr val="bg1"/>
          </a:solidFill>
          <a:ln/>
        </p:spPr>
      </p:sp>
      <p:sp>
        <p:nvSpPr>
          <p:cNvPr id="20" name="Konfetti 177"/>
          <p:cNvSpPr/>
          <p:nvPr/>
        </p:nvSpPr>
        <p:spPr>
          <a:xfrm>
            <a:off x="3848957" y="1334980"/>
            <a:ext cx="115077" cy="115077"/>
          </a:xfrm>
          <a:prstGeom prst="ellipse">
            <a:avLst/>
          </a:prstGeom>
          <a:solidFill>
            <a:schemeClr val="accent6"/>
          </a:solidFill>
          <a:ln/>
        </p:spPr>
      </p:sp>
      <p:sp>
        <p:nvSpPr>
          <p:cNvPr id="21" name="Text 18"/>
          <p:cNvSpPr txBox="1"/>
          <p:nvPr/>
        </p:nvSpPr>
        <p:spPr>
          <a:xfrm>
            <a:off x="4663440" y="1280160"/>
            <a:ext cx="1828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chemeClr val="tx2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02</a:t>
            </a:r>
            <a:endParaRPr lang="en-US" sz="4000" dirty="0"/>
          </a:p>
        </p:txBody>
      </p:sp>
      <p:sp>
        <p:nvSpPr>
          <p:cNvPr id="22" name="Text 0"/>
          <p:cNvSpPr/>
          <p:nvPr>
            <p:ph idx="100" type="title" hasCustomPrompt="1"/>
          </p:nvPr>
        </p:nvSpPr>
        <p:spPr>
          <a:xfrm>
            <a:off x="4663440" y="2377440"/>
            <a:ext cx="67665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6000" b="1" dirty="0">
                <a:solidFill>
                  <a:schemeClr val="tx1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Ostern</a:t>
            </a:r>
            <a:endParaRPr lang="en-US" sz="6000" dirty="0"/>
          </a:p>
        </p:txBody>
      </p:sp>
      <p:sp>
        <p:nvSpPr>
          <p:cNvPr id="23" name="Text 0"/>
          <p:cNvSpPr/>
          <p:nvPr>
            <p:ph idx="101" type="body" hasCustomPrompt="1"/>
          </p:nvPr>
        </p:nvSpPr>
        <p:spPr>
          <a:xfrm>
            <a:off x="4663440" y="3840480"/>
            <a:ext cx="64008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endParaRPr lang="en-US" sz="2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sterei 178"/>
          <p:cNvSpPr/>
          <p:nvPr/>
        </p:nvSpPr>
        <p:spPr>
          <a:xfrm rot="600000">
            <a:off x="11475720" y="1600200"/>
            <a:ext cx="411480" cy="534924"/>
          </a:xfrm>
          <a:prstGeom prst="ellipse">
            <a:avLst/>
          </a:prstGeom>
          <a:solidFill>
            <a:schemeClr val="accent5"/>
          </a:solidFill>
          <a:ln/>
        </p:spPr>
      </p:sp>
      <p:sp>
        <p:nvSpPr>
          <p:cNvPr id="3" name="Osterei 179"/>
          <p:cNvSpPr/>
          <p:nvPr/>
        </p:nvSpPr>
        <p:spPr>
          <a:xfrm rot="-600000">
            <a:off x="11612880" y="2240280"/>
            <a:ext cx="320040" cy="416052"/>
          </a:xfrm>
          <a:prstGeom prst="ellipse">
            <a:avLst/>
          </a:prstGeom>
          <a:solidFill>
            <a:schemeClr val="accent6"/>
          </a:solidFill>
          <a:ln/>
        </p:spPr>
      </p:sp>
      <p:sp>
        <p:nvSpPr>
          <p:cNvPr id="4" name="Osterei 180"/>
          <p:cNvSpPr/>
          <p:nvPr/>
        </p:nvSpPr>
        <p:spPr>
          <a:xfrm rot="480000">
            <a:off x="11430000" y="2743200"/>
            <a:ext cx="274320" cy="356616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5" name="Bildhintergrund"/>
          <p:cNvSpPr/>
          <p:nvPr/>
        </p:nvSpPr>
        <p:spPr>
          <a:xfrm>
            <a:off x="548640" y="1600200"/>
            <a:ext cx="4892040" cy="4480560"/>
          </a:xfrm>
          <a:prstGeom prst="roundRect">
            <a:avLst>
              <a:gd name="adj" fmla="val 5102"/>
            </a:avLst>
          </a:prstGeom>
          <a:solidFill>
            <a:schemeClr val="bg2"/>
          </a:solidFill>
          <a:ln/>
        </p:spPr>
      </p:sp>
      <p:pic>
        <p:nvPicPr>
          <p:cNvPr id="6" name="Bildhinweis" descr="preencoded.png">    </p:cNvPr>
          <p:cNvPicPr>
            <a:picLocks noChangeAspect="1"/>
          </p:cNvPicPr>
          <p:nvPr/>
        </p:nvPicPr>
        <p:blipFill>
          <a:blip r:embed="rId1">
            <a:alphaModFix amt="40000"/>
          </a:blip>
          <a:stretch>
            <a:fillRect/>
          </a:stretch>
        </p:blipFill>
        <p:spPr>
          <a:xfrm>
            <a:off x="2628900" y="3474720"/>
            <a:ext cx="731520" cy="731520"/>
          </a:xfrm>
          <a:prstGeom prst="rect">
            <a:avLst/>
          </a:prstGeom>
        </p:spPr>
      </p:pic>
      <p:sp>
        <p:nvSpPr>
          <p:cNvPr id="7" name="Text 0"/>
          <p:cNvSpPr/>
          <p:nvPr>
            <p:ph idx="100" type="title" hasCustomPrompt="1"/>
          </p:nvPr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Was feiern wir an Ostern?</a:t>
            </a:r>
            <a:endParaRPr lang="en-US" sz="3600" dirty="0"/>
          </a:p>
        </p:txBody>
      </p:sp>
      <p:sp>
        <p:nvSpPr>
          <p:cNvPr id="8" name="Text 0"/>
          <p:cNvSpPr/>
          <p:nvPr>
            <p:ph idx="101" hasCustomPrompt="1"/>
          </p:nvPr>
        </p:nvSpPr>
        <p:spPr>
          <a:xfrm>
            <a:off x="548640" y="1600200"/>
            <a:ext cx="4892040" cy="4480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" name="Text 0"/>
          <p:cNvSpPr/>
          <p:nvPr>
            <p:ph idx="102" type="body" hasCustomPrompt="1"/>
          </p:nvPr>
        </p:nvSpPr>
        <p:spPr>
          <a:xfrm>
            <a:off x="6126480" y="1600200"/>
            <a:ext cx="5486400" cy="4480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achel 1"/>
          <p:cNvSpPr/>
          <p:nvPr/>
        </p:nvSpPr>
        <p:spPr>
          <a:xfrm>
            <a:off x="548640" y="1600200"/>
            <a:ext cx="5394960" cy="2103120"/>
          </a:xfrm>
          <a:prstGeom prst="roundRect">
            <a:avLst>
              <a:gd name="adj" fmla="val 8696"/>
            </a:avLst>
          </a:prstGeom>
          <a:solidFill>
            <a:schemeClr val="bg1"/>
          </a:solidFill>
          <a:ln/>
          <a:effectLst>
            <a:outerShdw sx="100000" sy="100000" kx="0" ky="0" algn="bl" rotWithShape="0" blurRad="152400" dist="38100" dir="5400000">
              <a:srgbClr val="2A1640">
                <a:alpha val="12000"/>
              </a:srgbClr>
            </a:outerShdw>
          </a:effectLst>
        </p:spPr>
      </p:sp>
      <p:sp>
        <p:nvSpPr>
          <p:cNvPr id="3" name="Eiform 1"/>
          <p:cNvSpPr/>
          <p:nvPr/>
        </p:nvSpPr>
        <p:spPr>
          <a:xfrm>
            <a:off x="914400" y="1920240"/>
            <a:ext cx="1005840" cy="1307592"/>
          </a:xfrm>
          <a:prstGeom prst="ellipse">
            <a:avLst/>
          </a:prstGeom>
          <a:solidFill>
            <a:schemeClr val="accent6"/>
          </a:solidFill>
          <a:ln/>
        </p:spPr>
      </p:sp>
      <p:pic>
        <p:nvPicPr>
          <p:cNvPr id="4" name="Symbol Ostereier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7280" y="2249424"/>
            <a:ext cx="640080" cy="640080"/>
          </a:xfrm>
          <a:prstGeom prst="rect">
            <a:avLst/>
          </a:prstGeom>
        </p:spPr>
      </p:pic>
      <p:sp>
        <p:nvSpPr>
          <p:cNvPr id="5" name="Text 0"/>
          <p:cNvSpPr/>
          <p:nvPr>
            <p:ph idx="101" type="body" hasCustomPrompt="1"/>
          </p:nvPr>
        </p:nvSpPr>
        <p:spPr>
          <a:xfrm>
            <a:off x="2148840" y="1920240"/>
            <a:ext cx="3474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Ostereier</a:t>
            </a:r>
            <a:endParaRPr lang="en-US" sz="2000" dirty="0"/>
          </a:p>
        </p:txBody>
      </p:sp>
      <p:sp>
        <p:nvSpPr>
          <p:cNvPr id="6" name="Text 0"/>
          <p:cNvSpPr/>
          <p:nvPr>
            <p:ph idx="102" type="body" hasCustomPrompt="1"/>
          </p:nvPr>
        </p:nvSpPr>
        <p:spPr>
          <a:xfrm>
            <a:off x="2148840" y="2423160"/>
            <a:ext cx="34747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endParaRPr lang="en-US" sz="1500" dirty="0"/>
          </a:p>
        </p:txBody>
      </p:sp>
      <p:sp>
        <p:nvSpPr>
          <p:cNvPr id="7" name="Kachel 2"/>
          <p:cNvSpPr/>
          <p:nvPr/>
        </p:nvSpPr>
        <p:spPr>
          <a:xfrm>
            <a:off x="6217920" y="1600200"/>
            <a:ext cx="5394960" cy="2103120"/>
          </a:xfrm>
          <a:prstGeom prst="roundRect">
            <a:avLst>
              <a:gd name="adj" fmla="val 8696"/>
            </a:avLst>
          </a:prstGeom>
          <a:solidFill>
            <a:schemeClr val="bg1"/>
          </a:solidFill>
          <a:ln/>
          <a:effectLst>
            <a:outerShdw sx="100000" sy="100000" kx="0" ky="0" algn="bl" rotWithShape="0" blurRad="152400" dist="38100" dir="5400000">
              <a:srgbClr val="2A1640">
                <a:alpha val="12000"/>
              </a:srgbClr>
            </a:outerShdw>
          </a:effectLst>
        </p:spPr>
      </p:sp>
      <p:sp>
        <p:nvSpPr>
          <p:cNvPr id="8" name="Eiform 2"/>
          <p:cNvSpPr/>
          <p:nvPr/>
        </p:nvSpPr>
        <p:spPr>
          <a:xfrm>
            <a:off x="6583680" y="1920240"/>
            <a:ext cx="1005840" cy="1307592"/>
          </a:xfrm>
          <a:prstGeom prst="ellipse">
            <a:avLst/>
          </a:prstGeom>
          <a:solidFill>
            <a:schemeClr val="accent5"/>
          </a:solidFill>
          <a:ln/>
        </p:spPr>
      </p:sp>
      <p:pic>
        <p:nvPicPr>
          <p:cNvPr id="9" name="Symbol Osterhase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66560" y="2249424"/>
            <a:ext cx="640080" cy="640080"/>
          </a:xfrm>
          <a:prstGeom prst="rect">
            <a:avLst/>
          </a:prstGeom>
        </p:spPr>
      </p:pic>
      <p:sp>
        <p:nvSpPr>
          <p:cNvPr id="10" name="Text 0"/>
          <p:cNvSpPr/>
          <p:nvPr>
            <p:ph idx="103" type="body" hasCustomPrompt="1"/>
          </p:nvPr>
        </p:nvSpPr>
        <p:spPr>
          <a:xfrm>
            <a:off x="7818120" y="1920240"/>
            <a:ext cx="3474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Osterhase</a:t>
            </a:r>
            <a:endParaRPr lang="en-US" sz="2000" dirty="0"/>
          </a:p>
        </p:txBody>
      </p:sp>
      <p:sp>
        <p:nvSpPr>
          <p:cNvPr id="11" name="Text 0"/>
          <p:cNvSpPr/>
          <p:nvPr>
            <p:ph idx="104" type="body" hasCustomPrompt="1"/>
          </p:nvPr>
        </p:nvSpPr>
        <p:spPr>
          <a:xfrm>
            <a:off x="7818120" y="2423160"/>
            <a:ext cx="34747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endParaRPr lang="en-US" sz="1500" dirty="0"/>
          </a:p>
        </p:txBody>
      </p:sp>
      <p:sp>
        <p:nvSpPr>
          <p:cNvPr id="12" name="Kachel 3"/>
          <p:cNvSpPr/>
          <p:nvPr/>
        </p:nvSpPr>
        <p:spPr>
          <a:xfrm>
            <a:off x="548640" y="3977640"/>
            <a:ext cx="5394960" cy="2103120"/>
          </a:xfrm>
          <a:prstGeom prst="roundRect">
            <a:avLst>
              <a:gd name="adj" fmla="val 8696"/>
            </a:avLst>
          </a:prstGeom>
          <a:solidFill>
            <a:schemeClr val="bg1"/>
          </a:solidFill>
          <a:ln/>
          <a:effectLst>
            <a:outerShdw sx="100000" sy="100000" kx="0" ky="0" algn="bl" rotWithShape="0" blurRad="152400" dist="38100" dir="5400000">
              <a:srgbClr val="2A1640">
                <a:alpha val="12000"/>
              </a:srgbClr>
            </a:outerShdw>
          </a:effectLst>
        </p:spPr>
      </p:sp>
      <p:sp>
        <p:nvSpPr>
          <p:cNvPr id="13" name="Eiform 3"/>
          <p:cNvSpPr/>
          <p:nvPr/>
        </p:nvSpPr>
        <p:spPr>
          <a:xfrm>
            <a:off x="914400" y="4297680"/>
            <a:ext cx="1005840" cy="1307592"/>
          </a:xfrm>
          <a:prstGeom prst="ellipse">
            <a:avLst/>
          </a:prstGeom>
          <a:solidFill>
            <a:schemeClr val="accent2"/>
          </a:solidFill>
          <a:ln/>
        </p:spPr>
      </p:sp>
      <p:pic>
        <p:nvPicPr>
          <p:cNvPr id="14" name="Symbol Osterfeuer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7280" y="4626864"/>
            <a:ext cx="640080" cy="640080"/>
          </a:xfrm>
          <a:prstGeom prst="rect">
            <a:avLst/>
          </a:prstGeom>
        </p:spPr>
      </p:pic>
      <p:sp>
        <p:nvSpPr>
          <p:cNvPr id="15" name="Text 0"/>
          <p:cNvSpPr/>
          <p:nvPr>
            <p:ph idx="105" type="body" hasCustomPrompt="1"/>
          </p:nvPr>
        </p:nvSpPr>
        <p:spPr>
          <a:xfrm>
            <a:off x="2148840" y="4297680"/>
            <a:ext cx="3474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Osterfeuer</a:t>
            </a:r>
            <a:endParaRPr lang="en-US" sz="2000" dirty="0"/>
          </a:p>
        </p:txBody>
      </p:sp>
      <p:sp>
        <p:nvSpPr>
          <p:cNvPr id="16" name="Text 0"/>
          <p:cNvSpPr/>
          <p:nvPr>
            <p:ph idx="106" type="body" hasCustomPrompt="1"/>
          </p:nvPr>
        </p:nvSpPr>
        <p:spPr>
          <a:xfrm>
            <a:off x="2148840" y="4800600"/>
            <a:ext cx="34747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endParaRPr lang="en-US" sz="1500" dirty="0"/>
          </a:p>
        </p:txBody>
      </p:sp>
      <p:sp>
        <p:nvSpPr>
          <p:cNvPr id="17" name="Kachel 4"/>
          <p:cNvSpPr/>
          <p:nvPr/>
        </p:nvSpPr>
        <p:spPr>
          <a:xfrm>
            <a:off x="6217920" y="3977640"/>
            <a:ext cx="5394960" cy="2103120"/>
          </a:xfrm>
          <a:prstGeom prst="roundRect">
            <a:avLst>
              <a:gd name="adj" fmla="val 8696"/>
            </a:avLst>
          </a:prstGeom>
          <a:solidFill>
            <a:schemeClr val="bg1"/>
          </a:solidFill>
          <a:ln/>
          <a:effectLst>
            <a:outerShdw sx="100000" sy="100000" kx="0" ky="0" algn="bl" rotWithShape="0" blurRad="152400" dist="38100" dir="5400000">
              <a:srgbClr val="2A1640">
                <a:alpha val="12000"/>
              </a:srgbClr>
            </a:outerShdw>
          </a:effectLst>
        </p:spPr>
      </p:sp>
      <p:sp>
        <p:nvSpPr>
          <p:cNvPr id="18" name="Eiform 4"/>
          <p:cNvSpPr/>
          <p:nvPr/>
        </p:nvSpPr>
        <p:spPr>
          <a:xfrm>
            <a:off x="6583680" y="4297680"/>
            <a:ext cx="1005840" cy="1307592"/>
          </a:xfrm>
          <a:prstGeom prst="ellipse">
            <a:avLst/>
          </a:prstGeom>
          <a:solidFill>
            <a:schemeClr val="tx2"/>
          </a:solidFill>
          <a:ln/>
        </p:spPr>
      </p:sp>
      <p:pic>
        <p:nvPicPr>
          <p:cNvPr id="19" name="Symbol Gottesdienst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66560" y="4626864"/>
            <a:ext cx="640080" cy="640080"/>
          </a:xfrm>
          <a:prstGeom prst="rect">
            <a:avLst/>
          </a:prstGeom>
        </p:spPr>
      </p:pic>
      <p:sp>
        <p:nvSpPr>
          <p:cNvPr id="20" name="Text 0"/>
          <p:cNvSpPr/>
          <p:nvPr>
            <p:ph idx="107" type="body" hasCustomPrompt="1"/>
          </p:nvPr>
        </p:nvSpPr>
        <p:spPr>
          <a:xfrm>
            <a:off x="7818120" y="4297680"/>
            <a:ext cx="3474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Gottesdienst</a:t>
            </a:r>
            <a:endParaRPr lang="en-US" sz="2000" dirty="0"/>
          </a:p>
        </p:txBody>
      </p:sp>
      <p:sp>
        <p:nvSpPr>
          <p:cNvPr id="21" name="Text 0"/>
          <p:cNvSpPr/>
          <p:nvPr>
            <p:ph idx="108" type="body" hasCustomPrompt="1"/>
          </p:nvPr>
        </p:nvSpPr>
        <p:spPr>
          <a:xfrm>
            <a:off x="7818120" y="4800600"/>
            <a:ext cx="34747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endParaRPr lang="en-US" sz="1500" dirty="0"/>
          </a:p>
        </p:txBody>
      </p:sp>
      <p:sp>
        <p:nvSpPr>
          <p:cNvPr id="22" name="Text 0"/>
          <p:cNvSpPr/>
          <p:nvPr>
            <p:ph idx="100" type="title" hasCustomPrompt="1"/>
          </p:nvPr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Osterbräuche</a:t>
            </a:r>
            <a:endParaRPr lang="en-US" sz="3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Zeitlinie"/>
          <p:cNvSpPr/>
          <p:nvPr/>
        </p:nvSpPr>
        <p:spPr>
          <a:xfrm>
            <a:off x="1655064" y="2514600"/>
            <a:ext cx="8851392" cy="0"/>
          </a:xfrm>
          <a:prstGeom prst="line">
            <a:avLst/>
          </a:prstGeom>
          <a:noFill/>
          <a:ln w="38100">
            <a:solidFill>
              <a:schemeClr val="accent5"/>
            </a:solidFill>
            <a:prstDash val="solid"/>
          </a:ln>
        </p:spPr>
      </p:sp>
      <p:sp>
        <p:nvSpPr>
          <p:cNvPr id="3" name="Osterei 181"/>
          <p:cNvSpPr/>
          <p:nvPr/>
        </p:nvSpPr>
        <p:spPr>
          <a:xfrm>
            <a:off x="1271016" y="2011680"/>
            <a:ext cx="768096" cy="998525"/>
          </a:xfrm>
          <a:prstGeom prst="ellipse">
            <a:avLst/>
          </a:prstGeom>
          <a:solidFill>
            <a:schemeClr val="accent5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1271016" y="2011680"/>
            <a:ext cx="768096" cy="996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tx1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1</a:t>
            </a:r>
            <a:endParaRPr lang="en-US" sz="2000" dirty="0"/>
          </a:p>
        </p:txBody>
      </p:sp>
      <p:sp>
        <p:nvSpPr>
          <p:cNvPr id="5" name="Tag 1"/>
          <p:cNvSpPr txBox="1"/>
          <p:nvPr/>
        </p:nvSpPr>
        <p:spPr>
          <a:xfrm>
            <a:off x="594360" y="3246120"/>
            <a:ext cx="212140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tx1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Palmsonntag</a:t>
            </a:r>
            <a:endParaRPr lang="en-US" sz="1700" dirty="0"/>
          </a:p>
        </p:txBody>
      </p:sp>
      <p:sp>
        <p:nvSpPr>
          <p:cNvPr id="6" name="Text 0"/>
          <p:cNvSpPr/>
          <p:nvPr>
            <p:ph idx="101" type="body" hasCustomPrompt="1"/>
          </p:nvPr>
        </p:nvSpPr>
        <p:spPr>
          <a:xfrm>
            <a:off x="685800" y="3977640"/>
            <a:ext cx="1938528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endParaRPr lang="en-US" sz="1400" dirty="0"/>
          </a:p>
        </p:txBody>
      </p:sp>
      <p:sp>
        <p:nvSpPr>
          <p:cNvPr id="7" name="Osterei 182"/>
          <p:cNvSpPr/>
          <p:nvPr/>
        </p:nvSpPr>
        <p:spPr>
          <a:xfrm>
            <a:off x="3483864" y="2011680"/>
            <a:ext cx="768096" cy="998525"/>
          </a:xfrm>
          <a:prstGeom prst="ellipse">
            <a:avLst/>
          </a:prstGeom>
          <a:solidFill>
            <a:schemeClr val="accent6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3483864" y="2011680"/>
            <a:ext cx="768096" cy="996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tx1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2</a:t>
            </a:r>
            <a:endParaRPr lang="en-US" sz="2000" dirty="0"/>
          </a:p>
        </p:txBody>
      </p:sp>
      <p:sp>
        <p:nvSpPr>
          <p:cNvPr id="9" name="Tag 2"/>
          <p:cNvSpPr txBox="1"/>
          <p:nvPr/>
        </p:nvSpPr>
        <p:spPr>
          <a:xfrm>
            <a:off x="2807208" y="3246120"/>
            <a:ext cx="212140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tx1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Gründonnerstag</a:t>
            </a:r>
            <a:endParaRPr lang="en-US" sz="1700" dirty="0"/>
          </a:p>
        </p:txBody>
      </p:sp>
      <p:sp>
        <p:nvSpPr>
          <p:cNvPr id="10" name="Text 0"/>
          <p:cNvSpPr/>
          <p:nvPr>
            <p:ph idx="102" type="body" hasCustomPrompt="1"/>
          </p:nvPr>
        </p:nvSpPr>
        <p:spPr>
          <a:xfrm>
            <a:off x="2898648" y="3977640"/>
            <a:ext cx="1938528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endParaRPr lang="en-US" sz="1400" dirty="0"/>
          </a:p>
        </p:txBody>
      </p:sp>
      <p:sp>
        <p:nvSpPr>
          <p:cNvPr id="11" name="Osterei 183"/>
          <p:cNvSpPr/>
          <p:nvPr/>
        </p:nvSpPr>
        <p:spPr>
          <a:xfrm>
            <a:off x="5696712" y="2011680"/>
            <a:ext cx="768096" cy="998525"/>
          </a:xfrm>
          <a:prstGeom prst="ellipse">
            <a:avLst/>
          </a:prstGeom>
          <a:solidFill>
            <a:schemeClr val="tx2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5696712" y="2011680"/>
            <a:ext cx="768096" cy="996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3</a:t>
            </a:r>
            <a:endParaRPr lang="en-US" sz="2000" dirty="0"/>
          </a:p>
        </p:txBody>
      </p:sp>
      <p:sp>
        <p:nvSpPr>
          <p:cNvPr id="13" name="Tag 3"/>
          <p:cNvSpPr txBox="1"/>
          <p:nvPr/>
        </p:nvSpPr>
        <p:spPr>
          <a:xfrm>
            <a:off x="5020056" y="3246120"/>
            <a:ext cx="212140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tx1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Karfreitag</a:t>
            </a:r>
            <a:endParaRPr lang="en-US" sz="1700" dirty="0"/>
          </a:p>
        </p:txBody>
      </p:sp>
      <p:sp>
        <p:nvSpPr>
          <p:cNvPr id="14" name="Text 0"/>
          <p:cNvSpPr/>
          <p:nvPr>
            <p:ph idx="103" type="body" hasCustomPrompt="1"/>
          </p:nvPr>
        </p:nvSpPr>
        <p:spPr>
          <a:xfrm>
            <a:off x="5111496" y="3977640"/>
            <a:ext cx="1938528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endParaRPr lang="en-US" sz="1400" dirty="0"/>
          </a:p>
        </p:txBody>
      </p:sp>
      <p:sp>
        <p:nvSpPr>
          <p:cNvPr id="15" name="Osterei 184"/>
          <p:cNvSpPr/>
          <p:nvPr/>
        </p:nvSpPr>
        <p:spPr>
          <a:xfrm>
            <a:off x="7909560" y="2011680"/>
            <a:ext cx="768096" cy="998525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7909560" y="2011680"/>
            <a:ext cx="768096" cy="996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tx1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4</a:t>
            </a:r>
            <a:endParaRPr lang="en-US" sz="2000" dirty="0"/>
          </a:p>
        </p:txBody>
      </p:sp>
      <p:sp>
        <p:nvSpPr>
          <p:cNvPr id="17" name="Tag 4"/>
          <p:cNvSpPr txBox="1"/>
          <p:nvPr/>
        </p:nvSpPr>
        <p:spPr>
          <a:xfrm>
            <a:off x="7232904" y="3246120"/>
            <a:ext cx="212140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tx1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Ostersonntag</a:t>
            </a:r>
            <a:endParaRPr lang="en-US" sz="1700" dirty="0"/>
          </a:p>
        </p:txBody>
      </p:sp>
      <p:sp>
        <p:nvSpPr>
          <p:cNvPr id="18" name="Text 0"/>
          <p:cNvSpPr/>
          <p:nvPr>
            <p:ph idx="104" type="body" hasCustomPrompt="1"/>
          </p:nvPr>
        </p:nvSpPr>
        <p:spPr>
          <a:xfrm>
            <a:off x="7324344" y="3977640"/>
            <a:ext cx="1938528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endParaRPr lang="en-US" sz="1400" dirty="0"/>
          </a:p>
        </p:txBody>
      </p:sp>
      <p:sp>
        <p:nvSpPr>
          <p:cNvPr id="19" name="Osterei 185"/>
          <p:cNvSpPr/>
          <p:nvPr/>
        </p:nvSpPr>
        <p:spPr>
          <a:xfrm>
            <a:off x="10122408" y="2011680"/>
            <a:ext cx="768096" cy="998525"/>
          </a:xfrm>
          <a:prstGeom prst="ellipse">
            <a:avLst/>
          </a:prstGeom>
          <a:solidFill>
            <a:schemeClr val="accent5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10122408" y="2011680"/>
            <a:ext cx="768096" cy="996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tx1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5</a:t>
            </a:r>
            <a:endParaRPr lang="en-US" sz="2000" dirty="0"/>
          </a:p>
        </p:txBody>
      </p:sp>
      <p:sp>
        <p:nvSpPr>
          <p:cNvPr id="21" name="Tag 5"/>
          <p:cNvSpPr txBox="1"/>
          <p:nvPr/>
        </p:nvSpPr>
        <p:spPr>
          <a:xfrm>
            <a:off x="9445752" y="3246120"/>
            <a:ext cx="212140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tx1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Ostermontag</a:t>
            </a:r>
            <a:endParaRPr lang="en-US" sz="1700" dirty="0"/>
          </a:p>
        </p:txBody>
      </p:sp>
      <p:sp>
        <p:nvSpPr>
          <p:cNvPr id="22" name="Text 0"/>
          <p:cNvSpPr/>
          <p:nvPr>
            <p:ph idx="105" type="body" hasCustomPrompt="1"/>
          </p:nvPr>
        </p:nvSpPr>
        <p:spPr>
          <a:xfrm>
            <a:off x="9537192" y="3977640"/>
            <a:ext cx="1938528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endParaRPr lang="en-US" sz="1400" dirty="0"/>
          </a:p>
        </p:txBody>
      </p:sp>
      <p:sp>
        <p:nvSpPr>
          <p:cNvPr id="23" name="Text 0"/>
          <p:cNvSpPr/>
          <p:nvPr>
            <p:ph idx="100" type="title" hasCustomPrompt="1"/>
          </p:nvPr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Die Karwoche bis Ostern</a:t>
            </a:r>
            <a:endParaRPr lang="en-US" sz="3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palte Karneval"/>
          <p:cNvSpPr/>
          <p:nvPr/>
        </p:nvSpPr>
        <p:spPr>
          <a:xfrm>
            <a:off x="548640" y="1600200"/>
            <a:ext cx="5440680" cy="4526280"/>
          </a:xfrm>
          <a:prstGeom prst="roundRect">
            <a:avLst>
              <a:gd name="adj" fmla="val 5051"/>
            </a:avLst>
          </a:prstGeom>
          <a:solidFill>
            <a:schemeClr val="accent1"/>
          </a:solidFill>
          <a:ln/>
        </p:spPr>
      </p:sp>
      <p:sp>
        <p:nvSpPr>
          <p:cNvPr id="3" name="Spalte Ostern"/>
          <p:cNvSpPr/>
          <p:nvPr/>
        </p:nvSpPr>
        <p:spPr>
          <a:xfrm>
            <a:off x="6217920" y="1600200"/>
            <a:ext cx="5440680" cy="4526280"/>
          </a:xfrm>
          <a:prstGeom prst="roundRect">
            <a:avLst>
              <a:gd name="adj" fmla="val 5051"/>
            </a:avLst>
          </a:prstGeom>
          <a:solidFill>
            <a:schemeClr val="accent5"/>
          </a:solidFill>
          <a:ln/>
        </p:spPr>
      </p:sp>
      <p:sp>
        <p:nvSpPr>
          <p:cNvPr id="4" name="Symbolkreis 186"/>
          <p:cNvSpPr/>
          <p:nvPr/>
        </p:nvSpPr>
        <p:spPr>
          <a:xfrm>
            <a:off x="914400" y="1828800"/>
            <a:ext cx="731520" cy="731520"/>
          </a:xfrm>
          <a:prstGeom prst="ellipse">
            <a:avLst/>
          </a:prstGeom>
          <a:solidFill>
            <a:schemeClr val="tx1"/>
          </a:solidFill>
          <a:ln/>
        </p:spPr>
      </p:sp>
      <p:pic>
        <p:nvPicPr>
          <p:cNvPr id="5" name="Symbol 186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75334" y="1989734"/>
            <a:ext cx="409651" cy="409651"/>
          </a:xfrm>
          <a:prstGeom prst="rect">
            <a:avLst/>
          </a:prstGeom>
        </p:spPr>
      </p:pic>
      <p:sp>
        <p:nvSpPr>
          <p:cNvPr id="6" name="Symbolkreis 187"/>
          <p:cNvSpPr/>
          <p:nvPr/>
        </p:nvSpPr>
        <p:spPr>
          <a:xfrm>
            <a:off x="6583680" y="1828800"/>
            <a:ext cx="731520" cy="731520"/>
          </a:xfrm>
          <a:prstGeom prst="ellipse">
            <a:avLst/>
          </a:prstGeom>
          <a:solidFill>
            <a:schemeClr val="tx1"/>
          </a:solidFill>
          <a:ln/>
        </p:spPr>
      </p:sp>
      <p:pic>
        <p:nvPicPr>
          <p:cNvPr id="7" name="Symbol 187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44614" y="1989734"/>
            <a:ext cx="409651" cy="409651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1828800" y="1828800"/>
            <a:ext cx="3840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bg1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Karneval</a:t>
            </a:r>
            <a:endParaRPr lang="en-US" sz="2600" dirty="0"/>
          </a:p>
        </p:txBody>
      </p:sp>
      <p:sp>
        <p:nvSpPr>
          <p:cNvPr id="9" name="Text 5"/>
          <p:cNvSpPr txBox="1"/>
          <p:nvPr/>
        </p:nvSpPr>
        <p:spPr>
          <a:xfrm>
            <a:off x="7498080" y="1828800"/>
            <a:ext cx="3840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tx1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Ostern</a:t>
            </a:r>
            <a:endParaRPr lang="en-US" sz="2600" dirty="0"/>
          </a:p>
        </p:txBody>
      </p:sp>
      <p:sp>
        <p:nvSpPr>
          <p:cNvPr id="10" name="VS-Kreis"/>
          <p:cNvSpPr/>
          <p:nvPr/>
        </p:nvSpPr>
        <p:spPr>
          <a:xfrm>
            <a:off x="5669280" y="3429000"/>
            <a:ext cx="868680" cy="868680"/>
          </a:xfrm>
          <a:prstGeom prst="ellipse">
            <a:avLst/>
          </a:prstGeom>
          <a:solidFill>
            <a:schemeClr val="tx1"/>
          </a:solidFill>
          <a:ln w="38100">
            <a:solidFill>
              <a:schemeClr val="bg1"/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5669280" y="3429000"/>
            <a:ext cx="868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vs.</a:t>
            </a:r>
            <a:endParaRPr lang="en-US" sz="1800" dirty="0"/>
          </a:p>
        </p:txBody>
      </p:sp>
      <p:sp>
        <p:nvSpPr>
          <p:cNvPr id="12" name="Text 0"/>
          <p:cNvSpPr/>
          <p:nvPr>
            <p:ph idx="100" type="title" hasCustomPrompt="1"/>
          </p:nvPr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Karneval vs. Ostern</a:t>
            </a:r>
            <a:endParaRPr lang="en-US" sz="3600" dirty="0"/>
          </a:p>
        </p:txBody>
      </p:sp>
      <p:sp>
        <p:nvSpPr>
          <p:cNvPr id="13" name="Text 0"/>
          <p:cNvSpPr/>
          <p:nvPr>
            <p:ph idx="101" type="body" hasCustomPrompt="1"/>
          </p:nvPr>
        </p:nvSpPr>
        <p:spPr>
          <a:xfrm>
            <a:off x="914400" y="2788920"/>
            <a:ext cx="47091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endParaRPr lang="en-US" sz="1600" dirty="0"/>
          </a:p>
        </p:txBody>
      </p:sp>
      <p:sp>
        <p:nvSpPr>
          <p:cNvPr id="14" name="Text 0"/>
          <p:cNvSpPr/>
          <p:nvPr>
            <p:ph idx="102" type="body" hasCustomPrompt="1"/>
          </p:nvPr>
        </p:nvSpPr>
        <p:spPr>
          <a:xfrm>
            <a:off x="6583680" y="2788920"/>
            <a:ext cx="47091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nfetti 188"/>
          <p:cNvSpPr/>
          <p:nvPr/>
        </p:nvSpPr>
        <p:spPr>
          <a:xfrm>
            <a:off x="8223937" y="367644"/>
            <a:ext cx="202588" cy="202588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3" name="Konfetti 189"/>
          <p:cNvSpPr/>
          <p:nvPr/>
        </p:nvSpPr>
        <p:spPr>
          <a:xfrm>
            <a:off x="6412966" y="1398715"/>
            <a:ext cx="245215" cy="245215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4" name="Konfetti 190"/>
          <p:cNvSpPr/>
          <p:nvPr/>
        </p:nvSpPr>
        <p:spPr>
          <a:xfrm>
            <a:off x="5245423" y="1489284"/>
            <a:ext cx="203556" cy="203556"/>
          </a:xfrm>
          <a:prstGeom prst="ellipse">
            <a:avLst/>
          </a:prstGeom>
          <a:solidFill>
            <a:schemeClr val="accent3"/>
          </a:solidFill>
          <a:ln/>
        </p:spPr>
      </p:sp>
      <p:sp>
        <p:nvSpPr>
          <p:cNvPr id="5" name="Konfetti 191"/>
          <p:cNvSpPr/>
          <p:nvPr/>
        </p:nvSpPr>
        <p:spPr>
          <a:xfrm>
            <a:off x="9364385" y="1074574"/>
            <a:ext cx="161431" cy="161431"/>
          </a:xfrm>
          <a:prstGeom prst="ellipse">
            <a:avLst/>
          </a:prstGeom>
          <a:solidFill>
            <a:schemeClr val="accent4"/>
          </a:solidFill>
          <a:ln/>
        </p:spPr>
      </p:sp>
      <p:sp>
        <p:nvSpPr>
          <p:cNvPr id="6" name="Konfetti 192"/>
          <p:cNvSpPr/>
          <p:nvPr/>
        </p:nvSpPr>
        <p:spPr>
          <a:xfrm>
            <a:off x="916298" y="640396"/>
            <a:ext cx="202661" cy="202661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7" name="Konfetti 193"/>
          <p:cNvSpPr/>
          <p:nvPr/>
        </p:nvSpPr>
        <p:spPr>
          <a:xfrm>
            <a:off x="7128700" y="785864"/>
            <a:ext cx="209897" cy="209897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8" name="Konfetti 194"/>
          <p:cNvSpPr/>
          <p:nvPr/>
        </p:nvSpPr>
        <p:spPr>
          <a:xfrm>
            <a:off x="10148782" y="734530"/>
            <a:ext cx="266959" cy="266959"/>
          </a:xfrm>
          <a:prstGeom prst="ellipse">
            <a:avLst/>
          </a:prstGeom>
          <a:solidFill>
            <a:schemeClr val="accent3"/>
          </a:solidFill>
          <a:ln/>
        </p:spPr>
      </p:sp>
      <p:sp>
        <p:nvSpPr>
          <p:cNvPr id="9" name="Konfetti 195"/>
          <p:cNvSpPr/>
          <p:nvPr/>
        </p:nvSpPr>
        <p:spPr>
          <a:xfrm>
            <a:off x="3567796" y="1042626"/>
            <a:ext cx="256500" cy="256500"/>
          </a:xfrm>
          <a:prstGeom prst="ellipse">
            <a:avLst/>
          </a:prstGeom>
          <a:solidFill>
            <a:schemeClr val="accent4"/>
          </a:solidFill>
          <a:ln/>
        </p:spPr>
      </p:sp>
      <p:sp>
        <p:nvSpPr>
          <p:cNvPr id="10" name="Konfetti 196"/>
          <p:cNvSpPr/>
          <p:nvPr/>
        </p:nvSpPr>
        <p:spPr>
          <a:xfrm>
            <a:off x="3157819" y="971847"/>
            <a:ext cx="262339" cy="262339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1" name="Konfetti 197"/>
          <p:cNvSpPr/>
          <p:nvPr/>
        </p:nvSpPr>
        <p:spPr>
          <a:xfrm>
            <a:off x="2430910" y="1095770"/>
            <a:ext cx="167128" cy="167128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12" name="Konfetti 198"/>
          <p:cNvSpPr/>
          <p:nvPr/>
        </p:nvSpPr>
        <p:spPr>
          <a:xfrm>
            <a:off x="5989476" y="530588"/>
            <a:ext cx="255855" cy="255855"/>
          </a:xfrm>
          <a:prstGeom prst="ellipse">
            <a:avLst/>
          </a:prstGeom>
          <a:solidFill>
            <a:schemeClr val="accent3"/>
          </a:solidFill>
          <a:ln/>
        </p:spPr>
      </p:sp>
      <p:sp>
        <p:nvSpPr>
          <p:cNvPr id="13" name="Konfetti 199"/>
          <p:cNvSpPr/>
          <p:nvPr/>
        </p:nvSpPr>
        <p:spPr>
          <a:xfrm>
            <a:off x="7394417" y="1192573"/>
            <a:ext cx="210005" cy="210005"/>
          </a:xfrm>
          <a:prstGeom prst="ellipse">
            <a:avLst/>
          </a:prstGeom>
          <a:solidFill>
            <a:schemeClr val="accent4"/>
          </a:solidFill>
          <a:ln/>
        </p:spPr>
      </p:sp>
      <p:sp>
        <p:nvSpPr>
          <p:cNvPr id="14" name="Konfetti 200"/>
          <p:cNvSpPr/>
          <p:nvPr/>
        </p:nvSpPr>
        <p:spPr>
          <a:xfrm>
            <a:off x="11337305" y="1100513"/>
            <a:ext cx="113398" cy="113398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5" name="Konfetti 201"/>
          <p:cNvSpPr/>
          <p:nvPr/>
        </p:nvSpPr>
        <p:spPr>
          <a:xfrm>
            <a:off x="10976302" y="597873"/>
            <a:ext cx="251020" cy="251020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16" name="Konfetti 202"/>
          <p:cNvSpPr/>
          <p:nvPr/>
        </p:nvSpPr>
        <p:spPr>
          <a:xfrm>
            <a:off x="11489079" y="429180"/>
            <a:ext cx="103189" cy="103189"/>
          </a:xfrm>
          <a:prstGeom prst="ellipse">
            <a:avLst/>
          </a:prstGeom>
          <a:solidFill>
            <a:schemeClr val="accent3"/>
          </a:solidFill>
          <a:ln/>
        </p:spPr>
      </p:sp>
      <p:sp>
        <p:nvSpPr>
          <p:cNvPr id="17" name="Konfetti 203"/>
          <p:cNvSpPr/>
          <p:nvPr/>
        </p:nvSpPr>
        <p:spPr>
          <a:xfrm>
            <a:off x="5831649" y="1018780"/>
            <a:ext cx="156061" cy="156061"/>
          </a:xfrm>
          <a:prstGeom prst="ellipse">
            <a:avLst/>
          </a:prstGeom>
          <a:solidFill>
            <a:schemeClr val="accent4"/>
          </a:solidFill>
          <a:ln/>
        </p:spPr>
      </p:sp>
      <p:sp>
        <p:nvSpPr>
          <p:cNvPr id="18" name="Konfetti 204"/>
          <p:cNvSpPr/>
          <p:nvPr/>
        </p:nvSpPr>
        <p:spPr>
          <a:xfrm>
            <a:off x="10278095" y="343998"/>
            <a:ext cx="91118" cy="91118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9" name="Konfetti 205"/>
          <p:cNvSpPr/>
          <p:nvPr/>
        </p:nvSpPr>
        <p:spPr>
          <a:xfrm>
            <a:off x="6734640" y="1511130"/>
            <a:ext cx="193350" cy="193350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20" name="Konfetti 206"/>
          <p:cNvSpPr/>
          <p:nvPr/>
        </p:nvSpPr>
        <p:spPr>
          <a:xfrm>
            <a:off x="11417996" y="1271617"/>
            <a:ext cx="144240" cy="144240"/>
          </a:xfrm>
          <a:prstGeom prst="ellipse">
            <a:avLst/>
          </a:prstGeom>
          <a:solidFill>
            <a:schemeClr val="accent3"/>
          </a:solidFill>
          <a:ln/>
        </p:spPr>
      </p:sp>
      <p:sp>
        <p:nvSpPr>
          <p:cNvPr id="21" name="Konfetti 207"/>
          <p:cNvSpPr/>
          <p:nvPr/>
        </p:nvSpPr>
        <p:spPr>
          <a:xfrm>
            <a:off x="6284431" y="1278751"/>
            <a:ext cx="228777" cy="228777"/>
          </a:xfrm>
          <a:prstGeom prst="ellipse">
            <a:avLst/>
          </a:prstGeom>
          <a:solidFill>
            <a:schemeClr val="accent4"/>
          </a:solidFill>
          <a:ln/>
        </p:spPr>
      </p:sp>
      <p:sp>
        <p:nvSpPr>
          <p:cNvPr id="22" name="Konfetti 208"/>
          <p:cNvSpPr/>
          <p:nvPr/>
        </p:nvSpPr>
        <p:spPr>
          <a:xfrm>
            <a:off x="7493908" y="1026358"/>
            <a:ext cx="128444" cy="128444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23" name="Konfetti 209"/>
          <p:cNvSpPr/>
          <p:nvPr/>
        </p:nvSpPr>
        <p:spPr>
          <a:xfrm>
            <a:off x="8310428" y="837604"/>
            <a:ext cx="128229" cy="128229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24" name="Konfetti 210"/>
          <p:cNvSpPr/>
          <p:nvPr/>
        </p:nvSpPr>
        <p:spPr>
          <a:xfrm>
            <a:off x="2196835" y="1364182"/>
            <a:ext cx="110785" cy="110785"/>
          </a:xfrm>
          <a:prstGeom prst="ellipse">
            <a:avLst/>
          </a:prstGeom>
          <a:solidFill>
            <a:schemeClr val="accent3"/>
          </a:solidFill>
          <a:ln/>
        </p:spPr>
      </p:sp>
      <p:sp>
        <p:nvSpPr>
          <p:cNvPr id="25" name="Konfetti 211"/>
          <p:cNvSpPr/>
          <p:nvPr/>
        </p:nvSpPr>
        <p:spPr>
          <a:xfrm>
            <a:off x="5142206" y="446398"/>
            <a:ext cx="159931" cy="159931"/>
          </a:xfrm>
          <a:prstGeom prst="ellipse">
            <a:avLst/>
          </a:prstGeom>
          <a:solidFill>
            <a:schemeClr val="accent4"/>
          </a:solidFill>
          <a:ln/>
        </p:spPr>
      </p:sp>
      <p:sp>
        <p:nvSpPr>
          <p:cNvPr id="26" name="Konfetti 212"/>
          <p:cNvSpPr/>
          <p:nvPr/>
        </p:nvSpPr>
        <p:spPr>
          <a:xfrm>
            <a:off x="10575358" y="1340200"/>
            <a:ext cx="158319" cy="158319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27" name="Konfetti 213"/>
          <p:cNvSpPr/>
          <p:nvPr/>
        </p:nvSpPr>
        <p:spPr>
          <a:xfrm>
            <a:off x="638960" y="627389"/>
            <a:ext cx="189770" cy="189770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28" name="Konfetti 214"/>
          <p:cNvSpPr/>
          <p:nvPr/>
        </p:nvSpPr>
        <p:spPr>
          <a:xfrm>
            <a:off x="2580078" y="1507300"/>
            <a:ext cx="136935" cy="136935"/>
          </a:xfrm>
          <a:prstGeom prst="ellipse">
            <a:avLst/>
          </a:prstGeom>
          <a:solidFill>
            <a:schemeClr val="accent3"/>
          </a:solidFill>
          <a:ln/>
        </p:spPr>
      </p:sp>
      <p:sp>
        <p:nvSpPr>
          <p:cNvPr id="29" name="Konfetti 215"/>
          <p:cNvSpPr/>
          <p:nvPr/>
        </p:nvSpPr>
        <p:spPr>
          <a:xfrm>
            <a:off x="9871260" y="537861"/>
            <a:ext cx="83634" cy="83634"/>
          </a:xfrm>
          <a:prstGeom prst="ellipse">
            <a:avLst/>
          </a:prstGeom>
          <a:solidFill>
            <a:schemeClr val="accent4"/>
          </a:solidFill>
          <a:ln/>
        </p:spPr>
      </p:sp>
      <p:sp>
        <p:nvSpPr>
          <p:cNvPr id="30" name="Konfetti 216"/>
          <p:cNvSpPr/>
          <p:nvPr/>
        </p:nvSpPr>
        <p:spPr>
          <a:xfrm>
            <a:off x="4507653" y="919034"/>
            <a:ext cx="113687" cy="113687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31" name="Konfetti 217"/>
          <p:cNvSpPr/>
          <p:nvPr/>
        </p:nvSpPr>
        <p:spPr>
          <a:xfrm>
            <a:off x="2601568" y="553999"/>
            <a:ext cx="109747" cy="109747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32" name="Konfetti 218"/>
          <p:cNvSpPr/>
          <p:nvPr/>
        </p:nvSpPr>
        <p:spPr>
          <a:xfrm>
            <a:off x="8809211" y="1312836"/>
            <a:ext cx="155634" cy="155634"/>
          </a:xfrm>
          <a:prstGeom prst="ellipse">
            <a:avLst/>
          </a:prstGeom>
          <a:solidFill>
            <a:schemeClr val="accent3"/>
          </a:solidFill>
          <a:ln/>
        </p:spPr>
      </p:sp>
      <p:sp>
        <p:nvSpPr>
          <p:cNvPr id="33" name="Konfetti 219"/>
          <p:cNvSpPr/>
          <p:nvPr/>
        </p:nvSpPr>
        <p:spPr>
          <a:xfrm>
            <a:off x="5300788" y="1148116"/>
            <a:ext cx="133998" cy="133998"/>
          </a:xfrm>
          <a:prstGeom prst="ellipse">
            <a:avLst/>
          </a:prstGeom>
          <a:solidFill>
            <a:schemeClr val="accent4"/>
          </a:solidFill>
          <a:ln/>
        </p:spPr>
      </p:sp>
      <p:sp>
        <p:nvSpPr>
          <p:cNvPr id="34" name="Konfetti 220"/>
          <p:cNvSpPr/>
          <p:nvPr/>
        </p:nvSpPr>
        <p:spPr>
          <a:xfrm>
            <a:off x="8029190" y="558173"/>
            <a:ext cx="128661" cy="128661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35" name="Konfetti 221"/>
          <p:cNvSpPr/>
          <p:nvPr/>
        </p:nvSpPr>
        <p:spPr>
          <a:xfrm>
            <a:off x="10330892" y="1361173"/>
            <a:ext cx="223442" cy="223442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36" name="Konfetti 222"/>
          <p:cNvSpPr/>
          <p:nvPr/>
        </p:nvSpPr>
        <p:spPr>
          <a:xfrm>
            <a:off x="5882663" y="364698"/>
            <a:ext cx="99826" cy="99826"/>
          </a:xfrm>
          <a:prstGeom prst="ellipse">
            <a:avLst/>
          </a:prstGeom>
          <a:solidFill>
            <a:schemeClr val="accent3"/>
          </a:solidFill>
          <a:ln/>
        </p:spPr>
      </p:sp>
      <p:sp>
        <p:nvSpPr>
          <p:cNvPr id="37" name="Konfetti 223"/>
          <p:cNvSpPr/>
          <p:nvPr/>
        </p:nvSpPr>
        <p:spPr>
          <a:xfrm>
            <a:off x="10297391" y="515631"/>
            <a:ext cx="243968" cy="243968"/>
          </a:xfrm>
          <a:prstGeom prst="ellipse">
            <a:avLst/>
          </a:prstGeom>
          <a:solidFill>
            <a:schemeClr val="accent4"/>
          </a:solidFill>
          <a:ln/>
        </p:spPr>
      </p:sp>
      <p:sp>
        <p:nvSpPr>
          <p:cNvPr id="38" name="Konfetti 224"/>
          <p:cNvSpPr/>
          <p:nvPr/>
        </p:nvSpPr>
        <p:spPr>
          <a:xfrm>
            <a:off x="6110995" y="1187716"/>
            <a:ext cx="136184" cy="136184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39" name="Konfetti 225"/>
          <p:cNvSpPr/>
          <p:nvPr/>
        </p:nvSpPr>
        <p:spPr>
          <a:xfrm>
            <a:off x="8921378" y="1419870"/>
            <a:ext cx="262631" cy="262631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40" name="Konfetti 226"/>
          <p:cNvSpPr/>
          <p:nvPr/>
        </p:nvSpPr>
        <p:spPr>
          <a:xfrm>
            <a:off x="1235485" y="834858"/>
            <a:ext cx="103624" cy="103624"/>
          </a:xfrm>
          <a:prstGeom prst="ellipse">
            <a:avLst/>
          </a:prstGeom>
          <a:solidFill>
            <a:schemeClr val="accent3"/>
          </a:solidFill>
          <a:ln/>
        </p:spPr>
      </p:sp>
      <p:sp>
        <p:nvSpPr>
          <p:cNvPr id="41" name="Konfetti 227"/>
          <p:cNvSpPr/>
          <p:nvPr/>
        </p:nvSpPr>
        <p:spPr>
          <a:xfrm>
            <a:off x="10040748" y="905734"/>
            <a:ext cx="145319" cy="145319"/>
          </a:xfrm>
          <a:prstGeom prst="ellipse">
            <a:avLst/>
          </a:prstGeom>
          <a:solidFill>
            <a:schemeClr val="accent4"/>
          </a:solidFill>
          <a:ln/>
        </p:spPr>
      </p:sp>
      <p:sp>
        <p:nvSpPr>
          <p:cNvPr id="42" name="Osterei 228"/>
          <p:cNvSpPr/>
          <p:nvPr/>
        </p:nvSpPr>
        <p:spPr>
          <a:xfrm rot="-720000">
            <a:off x="914400" y="4754880"/>
            <a:ext cx="1097280" cy="1426464"/>
          </a:xfrm>
          <a:prstGeom prst="ellipse">
            <a:avLst/>
          </a:prstGeom>
          <a:solidFill>
            <a:schemeClr val="accent6"/>
          </a:solidFill>
          <a:ln/>
        </p:spPr>
      </p:sp>
      <p:sp>
        <p:nvSpPr>
          <p:cNvPr id="43" name="Osterei 229"/>
          <p:cNvSpPr/>
          <p:nvPr/>
        </p:nvSpPr>
        <p:spPr>
          <a:xfrm rot="600000">
            <a:off x="2103120" y="5120640"/>
            <a:ext cx="914400" cy="1188720"/>
          </a:xfrm>
          <a:prstGeom prst="ellipse">
            <a:avLst/>
          </a:prstGeom>
          <a:solidFill>
            <a:schemeClr val="accent5"/>
          </a:solidFill>
          <a:ln/>
        </p:spPr>
      </p:sp>
      <p:sp>
        <p:nvSpPr>
          <p:cNvPr id="44" name="Osterei 230"/>
          <p:cNvSpPr/>
          <p:nvPr/>
        </p:nvSpPr>
        <p:spPr>
          <a:xfrm rot="720000">
            <a:off x="10058400" y="4846320"/>
            <a:ext cx="1097280" cy="1426464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45" name="Osterei 231"/>
          <p:cNvSpPr/>
          <p:nvPr/>
        </p:nvSpPr>
        <p:spPr>
          <a:xfrm rot="-480000">
            <a:off x="8961120" y="5212080"/>
            <a:ext cx="822960" cy="1069848"/>
          </a:xfrm>
          <a:prstGeom prst="ellipse">
            <a:avLst/>
          </a:prstGeom>
          <a:solidFill>
            <a:schemeClr val="accent6"/>
          </a:solidFill>
          <a:ln/>
        </p:spPr>
      </p:sp>
      <p:sp>
        <p:nvSpPr>
          <p:cNvPr id="46" name="Konfetti 232"/>
          <p:cNvSpPr/>
          <p:nvPr/>
        </p:nvSpPr>
        <p:spPr>
          <a:xfrm>
            <a:off x="3611455" y="4978624"/>
            <a:ext cx="69787" cy="69787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47" name="Konfetti 233"/>
          <p:cNvSpPr/>
          <p:nvPr/>
        </p:nvSpPr>
        <p:spPr>
          <a:xfrm>
            <a:off x="3308945" y="5715253"/>
            <a:ext cx="64772" cy="64772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48" name="Konfetti 234"/>
          <p:cNvSpPr/>
          <p:nvPr/>
        </p:nvSpPr>
        <p:spPr>
          <a:xfrm>
            <a:off x="3588811" y="6204330"/>
            <a:ext cx="192790" cy="192790"/>
          </a:xfrm>
          <a:prstGeom prst="ellipse">
            <a:avLst/>
          </a:prstGeom>
          <a:solidFill>
            <a:schemeClr val="accent3"/>
          </a:solidFill>
          <a:ln/>
        </p:spPr>
      </p:sp>
      <p:sp>
        <p:nvSpPr>
          <p:cNvPr id="49" name="Konfetti 235"/>
          <p:cNvSpPr/>
          <p:nvPr/>
        </p:nvSpPr>
        <p:spPr>
          <a:xfrm>
            <a:off x="6709864" y="5986564"/>
            <a:ext cx="99510" cy="99510"/>
          </a:xfrm>
          <a:prstGeom prst="ellipse">
            <a:avLst/>
          </a:prstGeom>
          <a:solidFill>
            <a:schemeClr val="accent4"/>
          </a:solidFill>
          <a:ln/>
        </p:spPr>
      </p:sp>
      <p:sp>
        <p:nvSpPr>
          <p:cNvPr id="50" name="Konfetti 236"/>
          <p:cNvSpPr/>
          <p:nvPr/>
        </p:nvSpPr>
        <p:spPr>
          <a:xfrm>
            <a:off x="4124434" y="5326869"/>
            <a:ext cx="116403" cy="116403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51" name="Konfetti 237"/>
          <p:cNvSpPr/>
          <p:nvPr/>
        </p:nvSpPr>
        <p:spPr>
          <a:xfrm>
            <a:off x="3474839" y="6202340"/>
            <a:ext cx="163458" cy="163458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52" name="Konfetti 238"/>
          <p:cNvSpPr/>
          <p:nvPr/>
        </p:nvSpPr>
        <p:spPr>
          <a:xfrm>
            <a:off x="6962209" y="5247990"/>
            <a:ext cx="160666" cy="160666"/>
          </a:xfrm>
          <a:prstGeom prst="ellipse">
            <a:avLst/>
          </a:prstGeom>
          <a:solidFill>
            <a:schemeClr val="accent3"/>
          </a:solidFill>
          <a:ln/>
        </p:spPr>
      </p:sp>
      <p:sp>
        <p:nvSpPr>
          <p:cNvPr id="53" name="Konfetti 239"/>
          <p:cNvSpPr/>
          <p:nvPr/>
        </p:nvSpPr>
        <p:spPr>
          <a:xfrm>
            <a:off x="6144562" y="5588022"/>
            <a:ext cx="165176" cy="165176"/>
          </a:xfrm>
          <a:prstGeom prst="ellipse">
            <a:avLst/>
          </a:prstGeom>
          <a:solidFill>
            <a:schemeClr val="accent4"/>
          </a:solidFill>
          <a:ln/>
        </p:spPr>
      </p:sp>
      <p:sp>
        <p:nvSpPr>
          <p:cNvPr id="54" name="Konfetti 240"/>
          <p:cNvSpPr/>
          <p:nvPr/>
        </p:nvSpPr>
        <p:spPr>
          <a:xfrm>
            <a:off x="8637204" y="5181189"/>
            <a:ext cx="96979" cy="96979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55" name="Konfetti 241"/>
          <p:cNvSpPr/>
          <p:nvPr/>
        </p:nvSpPr>
        <p:spPr>
          <a:xfrm>
            <a:off x="5815834" y="5838754"/>
            <a:ext cx="150384" cy="150384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56" name="Konfetti 242"/>
          <p:cNvSpPr/>
          <p:nvPr/>
        </p:nvSpPr>
        <p:spPr>
          <a:xfrm>
            <a:off x="5423354" y="5536951"/>
            <a:ext cx="108222" cy="108222"/>
          </a:xfrm>
          <a:prstGeom prst="ellipse">
            <a:avLst/>
          </a:prstGeom>
          <a:solidFill>
            <a:schemeClr val="accent3"/>
          </a:solidFill>
          <a:ln/>
        </p:spPr>
      </p:sp>
      <p:sp>
        <p:nvSpPr>
          <p:cNvPr id="57" name="Konfetti 243"/>
          <p:cNvSpPr/>
          <p:nvPr/>
        </p:nvSpPr>
        <p:spPr>
          <a:xfrm>
            <a:off x="4241415" y="6057485"/>
            <a:ext cx="164802" cy="164802"/>
          </a:xfrm>
          <a:prstGeom prst="ellipse">
            <a:avLst/>
          </a:prstGeom>
          <a:solidFill>
            <a:schemeClr val="accent4"/>
          </a:solidFill>
          <a:ln/>
        </p:spPr>
      </p:sp>
      <p:sp>
        <p:nvSpPr>
          <p:cNvPr id="58" name="Konfetti 244"/>
          <p:cNvSpPr/>
          <p:nvPr/>
        </p:nvSpPr>
        <p:spPr>
          <a:xfrm>
            <a:off x="4562400" y="5432482"/>
            <a:ext cx="102955" cy="102955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59" name="Konfetti 245"/>
          <p:cNvSpPr/>
          <p:nvPr/>
        </p:nvSpPr>
        <p:spPr>
          <a:xfrm>
            <a:off x="8584557" y="5425940"/>
            <a:ext cx="116990" cy="116990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60" name="Konfetti 246"/>
          <p:cNvSpPr/>
          <p:nvPr/>
        </p:nvSpPr>
        <p:spPr>
          <a:xfrm>
            <a:off x="7816424" y="5306482"/>
            <a:ext cx="126898" cy="126898"/>
          </a:xfrm>
          <a:prstGeom prst="ellipse">
            <a:avLst/>
          </a:prstGeom>
          <a:solidFill>
            <a:schemeClr val="accent3"/>
          </a:solidFill>
          <a:ln/>
        </p:spPr>
      </p:sp>
      <p:sp>
        <p:nvSpPr>
          <p:cNvPr id="61" name="Konfetti 247"/>
          <p:cNvSpPr/>
          <p:nvPr/>
        </p:nvSpPr>
        <p:spPr>
          <a:xfrm>
            <a:off x="4500416" y="5600165"/>
            <a:ext cx="189828" cy="189828"/>
          </a:xfrm>
          <a:prstGeom prst="ellipse">
            <a:avLst/>
          </a:prstGeom>
          <a:solidFill>
            <a:schemeClr val="accent4"/>
          </a:solidFill>
          <a:ln/>
        </p:spPr>
      </p:sp>
      <p:sp>
        <p:nvSpPr>
          <p:cNvPr id="62" name="Konfetti 248"/>
          <p:cNvSpPr/>
          <p:nvPr/>
        </p:nvSpPr>
        <p:spPr>
          <a:xfrm>
            <a:off x="6283693" y="5641813"/>
            <a:ext cx="88611" cy="88611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63" name="Konfetti 249"/>
          <p:cNvSpPr/>
          <p:nvPr/>
        </p:nvSpPr>
        <p:spPr>
          <a:xfrm>
            <a:off x="4566983" y="5812494"/>
            <a:ext cx="154716" cy="154716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64" name="Text 0"/>
          <p:cNvSpPr/>
          <p:nvPr>
            <p:ph idx="100" type="title" hasCustomPrompt="1"/>
          </p:nvPr>
        </p:nvSpPr>
        <p:spPr>
          <a:xfrm>
            <a:off x="731520" y="2103120"/>
            <a:ext cx="106984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400" b="1" dirty="0">
                <a:solidFill>
                  <a:schemeClr val="bg1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Danke fürs Zuhören!</a:t>
            </a:r>
            <a:endParaRPr lang="en-US" sz="5400" dirty="0"/>
          </a:p>
        </p:txBody>
      </p:sp>
      <p:sp>
        <p:nvSpPr>
          <p:cNvPr id="65" name="Text 0"/>
          <p:cNvSpPr/>
          <p:nvPr>
            <p:ph idx="101" type="body" hasCustomPrompt="1"/>
          </p:nvPr>
        </p:nvSpPr>
        <p:spPr>
          <a:xfrm>
            <a:off x="2103120" y="3566160"/>
            <a:ext cx="79552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endParaRPr lang="en-US" sz="2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Karneval und Ostern">
  <a:themeElements>
    <a:clrScheme name="Karneval und Ostern">
      <a:dk1>
        <a:srgbClr val="2A1640"/>
      </a:dk1>
      <a:lt1>
        <a:srgbClr val="FFFFFF"/>
      </a:lt1>
      <a:dk2>
        <a:srgbClr val="5B3A7E"/>
      </a:dk2>
      <a:lt2>
        <a:srgbClr val="F6F2FA"/>
      </a:lt2>
      <a:accent1>
        <a:srgbClr val="E4364B"/>
      </a:accent1>
      <a:accent2>
        <a:srgbClr val="FFB81C"/>
      </a:accent2>
      <a:accent3>
        <a:srgbClr val="1FA38A"/>
      </a:accent3>
      <a:accent4>
        <a:srgbClr val="3D7DF2"/>
      </a:accent4>
      <a:accent5>
        <a:srgbClr val="B6DFA0"/>
      </a:accent5>
      <a:accent6>
        <a:srgbClr val="F6B5D4"/>
      </a:accent6>
      <a:hlink>
        <a:srgbClr val="3D7DF2"/>
      </a:hlink>
      <a:folHlink>
        <a:srgbClr val="5B3A7E"/>
      </a:folHlink>
    </a:clrScheme>
    <a:fontScheme name="Karneval und Ostern">
      <a:majorFont>
        <a:latin typeface="Bookman Old Style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Karneval &amp; Ostern</dc:title>
  <dc:subject>PptxGenJS Presentation</dc:subject>
  <dc:creator>PptxGenJS</dc:creator>
  <cp:lastModifiedBy>PptxGenJS</cp:lastModifiedBy>
  <cp:revision>1</cp:revision>
  <dcterms:created xsi:type="dcterms:W3CDTF">2026-10-12T06:51:00Z</dcterms:created>
  <dcterms:modified xsi:type="dcterms:W3CDTF">2026-10-12T06:51:00Z</dcterms:modified>
</cp:coreProperties>
</file>